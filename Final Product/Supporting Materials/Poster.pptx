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>
      <a:defRPr lang="en-US"/>
    </a:defPPr>
    <a:lvl1pPr algn="l" defTabSz="4386263" rtl="0" eaLnBrk="0" fontAlgn="base" hangingPunct="0">
      <a:spcBef>
        <a:spcPct val="0"/>
      </a:spcBef>
      <a:spcAft>
        <a:spcPct val="0"/>
      </a:spcAft>
      <a:defRPr sz="86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2192338" indent="-1735138" algn="l" defTabSz="4386263" rtl="0" eaLnBrk="0" fontAlgn="base" hangingPunct="0">
      <a:spcBef>
        <a:spcPct val="0"/>
      </a:spcBef>
      <a:spcAft>
        <a:spcPct val="0"/>
      </a:spcAft>
      <a:defRPr sz="86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4386263" indent="-3471863" algn="l" defTabSz="4386263" rtl="0" eaLnBrk="0" fontAlgn="base" hangingPunct="0">
      <a:spcBef>
        <a:spcPct val="0"/>
      </a:spcBef>
      <a:spcAft>
        <a:spcPct val="0"/>
      </a:spcAft>
      <a:defRPr sz="86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6581775" indent="-5210175" algn="l" defTabSz="4386263" rtl="0" eaLnBrk="0" fontAlgn="base" hangingPunct="0">
      <a:spcBef>
        <a:spcPct val="0"/>
      </a:spcBef>
      <a:spcAft>
        <a:spcPct val="0"/>
      </a:spcAft>
      <a:defRPr sz="86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8775700" indent="-6946900" algn="l" defTabSz="4386263" rtl="0" eaLnBrk="0" fontAlgn="base" hangingPunct="0">
      <a:spcBef>
        <a:spcPct val="0"/>
      </a:spcBef>
      <a:spcAft>
        <a:spcPct val="0"/>
      </a:spcAft>
      <a:defRPr sz="86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86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86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86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86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4F27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3FB439-79F5-449A-A884-07B59E524840}" v="2470" dt="2026-03-25T17:35:23.347"/>
    <p1510:client id="{47943F90-26D5-1961-1B44-8F67C943DDC2}" v="1183" dt="2026-03-25T17:27:35.171"/>
    <p1510:client id="{5C54798D-A941-1588-ECD7-16612C81E470}" v="790" dt="2026-03-25T15:27:49.228"/>
    <p1510:client id="{B31A7582-E148-45BA-E7B5-4AD6D1971055}" v="17" dt="2026-03-25T15:29:47.0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0368"/>
        <p:guide pos="13824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15:26:17.9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23838 6876 16383 0 0,'0'3'0'0'0,"0"4"0"0"0,1 8 0 0 0,4 3 0 0 0,3 3 0 0 0,8 3 0 0 0,14 13 0 0 0,10 8 0 0 0,5 7 0 0 0,4 7 0 0 0,9 16 0 0 0,0 8 0 0 0,-6 0 0 0 0,-7-2 0 0 0,-8 10 0 0 0,-11 3 0 0 0,-10-1 0 0 0,-7-3 0 0 0,-10 11 0 0 0,-9 3 0 0 0,-10-3 0 0 0,-8-6 0 0 0,-16 6 0 0 0,-12-3 0 0 0,-6-7 0 0 0,-4-11 0 0 0,-12-8 0 0 0,-1-12 0 0 0,5-15 0 0 0,11-13 0 0 0,12-11 0 0 0,12-7 0 0 0,8-4 0 0 0,4 0 0 0 0,3 1 0 0 0,3 0 0 0 0,4-1 0 0 0,5-1 0 0 0,3-2 0 0 0,3-5 0 0 0,3-8 0 0 0,2-4 0 0 0,3-2 0 0 0,1-2 0 0 0,2-4 0 0 0,0-1 0 0 0,0 0 0 0 0,1 0 0 0 0,-1 0 0 0 0,1 3 0 0 0,-1 4 0 0 0,-2 3 0 0 0,0 8 0 0 0,-1 6 0 0 0,-2 4 0 0 0,0 3 0 0 0,-3 5 0 0 0,-4 2 0 0 0,-1 0 0 0 0,0-1 0 0 0,0-2 0 0 0,3-3 0 0 0,1-2 0 0 0,1-2 0 0 0,2 0 0 0 0,1-2 0 0 0,-2 3 0 0 0,0 0 0 0 0,-1 0 0 0 0,0 1 0 0 0,1-1 0 0 0,0-1 0 0 0,3 0 0 0 0,3-2 0 0 0,3-2 0 0 0,1-1 0 0 0,4-1 0 0 0,1 0 0 0 0,2-1 0 0 0,1 0 0 0 0,3 0 0 0 0,2 2 0 0 0,0-1 0 0 0,0 1 0 0 0,-1 1 0 0 0,-3-1 0 0 0,-4 0 0 0 0,-3 0 0 0 0,-6-1 0 0 0,-10-1 0 0 0,-6-1 0 0 0,-4 0 0 0 0,-2-1 0 0 0,-3 0 0 0 0,-1 0 0 0 0,2 0 0 0 0,2 0 0 0 0,1-1 0 0 0,3 1 0 0 0,2 0 0 0 0,1 0 0 0 0,2 0 0 0 0,2-2 0 0 0,0 0 0 0 0,0-1 0 0 0,0 0 0 0 0,1-3 0 0 0,1-2 0 0 0,0-1 0 0 0,2-3 0 0 0,1 0 0 0 0,1-1 0 0 0,0 1 0 0 0,1-1 0 0 0,0 0 0 0 0,1 1 0 0 0,-1-2 0 0 0,0-1 0 0 0,0 1 0 0 0,0 0 0 0 0,0-1 0 0 0,0 0 0 0 0,0 0 0 0 0,0 0 0 0 0,1-3 0 0 0,0-1 0 0 0,1 1 0 0 0,2-5 0 0 0,3 0 0 0 0,0 1 0 0 0,0 2 0 0 0,-1-1 0 0 0,0 1 0 0 0,-3 3 0 0 0,0 4 0 0 0,-2 1 0 0 0,-1 3 0 0 0,0 6 0 0 0,0 6 0 0 0,0 5 0 0 0,0 7 0 0 0,-1 6 0 0 0,1 10 0 0 0,0 5 0 0 0,0-1 0 0 0,0-2 0 0 0,0-3 0 0 0,0-1 0 0 0,0-3 0 0 0,0-4 0 0 0,0-6 0 0 0,0-3 0 0 0,0-1 0 0 0,0-3 0 0 0,2 1 0 0 0,0-2 0 0 0,2 3 0 0 0,0-1 0 0 0,-1 0 0 0 0,1 0 0 0 0,-1 0 0 0 0,0 1 0 0 0,-1 0 0 0 0,1 2 0 0 0,0-1 0 0 0,1-1 0 0 0,2 0 0 0 0,0-2 0 0 0,2-2 0 0 0,2-1 0 0 0,2-3 0 0 0,3-1 0 0 0,0 0 0 0 0,0-1 0 0 0,2 1 0 0 0,-1 1 0 0 0,0 0 0 0 0,-1-1 0 0 0,-2 1 0 0 0,0-2 0 0 0,0 0 0 0 0,0 0 0 0 0,-1 0 0 0 0,-1 1 0 0 0,0 1 0 0 0,-2 0 0 0 0,-1 0 0 0 0,0 0 0 0 0,0-1 0 0 0,-1-1 0 0 0,0 0 0 0 0,-4-1 0 0 0,-3 0 0 0 0,-2-1 0 0 0,-4-1 0 0 0,-3-2 0 0 0,-1-1 0 0 0,-1-1 0 0 0,0 0 0 0 0,-2-2 0 0 0,-1-1 0 0 0,0 0 0 0 0,1 0 0 0 0,-1-1 0 0 0,1 1 0 0 0,-2-3 0 0 0,1 0 0 0 0,2-1 0 0 0,2 2 0 0 0,0-1 0 0 0,2-1 0 0 0,0 2 0 0 0,2 0 0 0 0,-2-1 0 0 0,0 1 0 0 0,1 1 0 0 0,0 2 0 0 0,1 0 0 0 0,1 0 0 0 0,1-1 0 0 0,0-1 0 0 0,0-2 0 0 0,0 0 0 0 0,-1 2 0 0 0,1 0 0 0 0,-1 0 0 0 0,1 2 0 0 0,0 0 0 0 0,1 1 0 0 0,0 0 0 0 0,1-2 0 0 0,0-2 0 0 0,2 1 0 0 0,-1-1 0 0 0,0 1 0 0 0,-1-2 0 0 0,0 0 0 0 0,1 1 0 0 0,0 1 0 0 0,0 1 0 0 0,1 0 0 0 0,-1 0 0 0 0,1 0 0 0 0,-1 2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15:26:17.9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17799 11952 16383 0 0,'0'3'0'0'0,"-4"8"0"0"0,-14 18 0 0 0,-42 62 0 0 0,-35 49 0 0 0,-23 36 0 0 0,-16 28 0 0 0,-12 55 0 0 0,6 28 0 0 0,13 24 0 0 0,19 21 0 0 0,17 82 0 0 0,23 35 0 0 0,21-7 0 0 0,20-38 0 0 0,25-15 0 0 0,26-44 0 0 0,23-53 0 0 0,20-53 0 0 0,33-24 0 0 0,19-33 0 0 0,7-31 0 0 0,0-31 0 0 0,4-16 0 0 0,-8-21 0 0 0,-20-20 0 0 0,-21-18 0 0 0,-17-13 0 0 0,-18-11 0 0 0,-13-8 0 0 0,-9-6 0 0 0,-5 0 0 0 0,-6-2 0 0 0,-4 1 0 0 0,-3-2 0 0 0,-2-2 0 0 0,-2-3 0 0 0,-2-6 0 0 0,-1-7 0 0 0,-8-10 0 0 0,-6-4 0 0 0,-6-2 0 0 0,-2 0 0 0 0,-5 0 0 0 0,-2 1 0 0 0,3 4 0 0 0,6 5 0 0 0,7 5 0 0 0,5 3 0 0 0,5 2 0 0 0,1 2 0 0 0,2 0 0 0 0,-1 2 0 0 0,-4-2 0 0 0,-3-1 0 0 0,0-1 0 0 0,0 0 0 0 0,-1 0 0 0 0,1 3 0 0 0,7 6 0 0 0,8 6 0 0 0,7 6 0 0 0,6 3 0 0 0,8 7 0 0 0,4 4 0 0 0,1 0 0 0 0,-3-1 0 0 0,1-1 0 0 0,-3-1 0 0 0,-4-3 0 0 0,-3-2 0 0 0,0 2 0 0 0,-3 0 0 0 0,-2-1 0 0 0,-4-1 0 0 0,-1-3 0 0 0,-1-1 0 0 0,-1 1 0 0 0,-1-2 0 0 0,-2 0 0 0 0,-1-2 0 0 0,-2 0 0 0 0,-1 2 0 0 0,-1 0 0 0 0,-2-1 0 0 0,-2 0 0 0 0,-6 1 0 0 0,-5 1 0 0 0,-2-1 0 0 0,-3-1 0 0 0,-2 1 0 0 0,0-1 0 0 0,0 0 0 0 0,2-1 0 0 0,1 0 0 0 0,1 0 0 0 0,2-1 0 0 0,3-1 0 0 0,3-1 0 0 0,1-1 0 0 0,0 1 0 0 0,0 0 0 0 0,2 0 0 0 0,-1-1 0 0 0,-1 0 0 0 0,2-1 0 0 0,1 0 0 0 0,3-2 0 0 0,4-2 0 0 0,4-3 0 0 0,2-2 0 0 0,1-2 0 0 0,3-4 0 0 0,1-1 0 0 0,0 0 0 0 0,1-2 0 0 0,0 1 0 0 0,-2 1 0 0 0,-2 1 0 0 0,-1 0 0 0 0,-2 2 0 0 0,-1 1 0 0 0,0 0 0 0 0,0 1 0 0 0,0 1 0 0 0,-1-1 0 0 0,0-1 0 0 0,1 0 0 0 0,0-3 0 0 0,-1-1 0 0 0,0 0 0 0 0,-2 1 0 0 0,-1 1 0 0 0,0 0 0 0 0,-1 1 0 0 0,0 0 0 0 0,0-2 0 0 0,0-1 0 0 0,1-2 0 0 0,1 0 0 0 0,1-3 0 0 0,0 0 0 0 0,0-1 0 0 0,-1 3 0 0 0,-1 5 0 0 0,-1 6 0 0 0,1 7 0 0 0,-1 10 0 0 0,0 6 0 0 0,0 2 0 0 0,-1 3 0 0 0,1-1 0 0 0,0-1 0 0 0,0-2 0 0 0,-1 2 0 0 0,0-1 0 0 0,-2-2 0 0 0,0-2 0 0 0,-1-3 0 0 0,0-2 0 0 0,0-3 0 0 0,0-2 0 0 0,-1-3 0 0 0,1 0 0 0 0,-3 0 0 0 0,0 0 0 0 0,-1 0 0 0 0,-1 0 0 0 0,1 0 0 0 0,0-1 0 0 0,0 2 0 0 0,1-1 0 0 0,-1 0 0 0 0,-1 1 0 0 0,-1 0 0 0 0,0-2 0 0 0,-1 0 0 0 0,1 1 0 0 0,1-1 0 0 0,3 1 0 0 0,1 1 0 0 0,2 0 0 0 0,-1-1 0 0 0,1-1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15:27:13.7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20880 9724 16383 0 0,'2'0'0'0'0,"1"3"0"0"0,2 1 0 0 0,2 3 0 0 0,2 3 0 0 0,3 2 0 0 0,-1 2 0 0 0,1 1 0 0 0,3 6 0 0 0,0 1 0 0 0,2 1 0 0 0,1-1 0 0 0,2 2 0 0 0,2-1 0 0 0,-1-2 0 0 0,-1 0 0 0 0,0-3 0 0 0,1 4 0 0 0,0-1 0 0 0,-1 1 0 0 0,0 7 0 0 0,0 5 0 0 0,-1 3 0 0 0,-1 1 0 0 0,1 7 0 0 0,0 2 0 0 0,-2 0 0 0 0,-1-1 0 0 0,0 5 0 0 0,1 1 0 0 0,-2-6 0 0 0,-2-2 0 0 0,2 5 0 0 0,-2 2 0 0 0,0-2 0 0 0,-2-2 0 0 0,0 4 0 0 0,-1-2 0 0 0,-2-5 0 0 0,0-5 0 0 0,-1 1 0 0 0,-1-2 0 0 0,-2-2 0 0 0,0-4 0 0 0,0-3 0 0 0,-2-4 0 0 0,0-3 0 0 0,-1-1 0 0 0,0 1 0 0 0,-1-3 0 0 0,0-1 0 0 0,0 0 0 0 0,0-1 0 0 0,-1-2 0 0 0,1-4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15:28:20.8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11787 10833 16383 0 0,'0'-4'0'0'0,"0"-3"0"0"0,0-4 0 0 0,0-2 0 0 0,0-2 0 0 0,0 1 0 0 0,0 1 0 0 0,0 1 0 0 0,0 2 0 0 0,0-1 0 0 0,0 0 0 0 0,0 0 0 0 0,0 1 0 0 0,2 2 0 0 0,2-1 0 0 0,0 1 0 0 0,1 1 0 0 0,0-2 0 0 0,1 1 0 0 0,-1-4 0 0 0,-1-1 0 0 0,-1 0 0 0 0,0 1 0 0 0,1 1 0 0 0,-1 0 0 0 0,1 2 0 0 0,0 1 0 0 0,2 3 0 0 0,0 0 0 0 0,1 0 0 0 0,0 2 0 0 0,3-1 0 0 0,0 2 0 0 0,0 1 0 0 0,-1 0 0 0 0,1 2 0 0 0,0 1 0 0 0,-1 2 0 0 0,0 0 0 0 0,0 0 0 0 0,0 2 0 0 0,0-1 0 0 0,2 1 0 0 0,-1-1 0 0 0,0-1 0 0 0,0-1 0 0 0,-1 1 0 0 0,0 0 0 0 0,-1 1 0 0 0,-1 0 0 0 0,0 0 0 0 0,-1 1 0 0 0,0-2 0 0 0,0 0 0 0 0,1-1 0 0 0,-2 1 0 0 0,-1-1 0 0 0,0 0 0 0 0,1 0 0 0 0,1-1 0 0 0,1-1 0 0 0,2 0 0 0 0,1 0 0 0 0,-1 1 0 0 0,1 2 0 0 0,-2 2 0 0 0,-2-1 0 0 0,-4 0 0 0 0,-5-1 0 0 0,-4-2 0 0 0,-3-1 0 0 0,-2 0 0 0 0,-1-1 0 0 0,-2 0 0 0 0,0 0 0 0 0,1-1 0 0 0,2 1 0 0 0,0 0 0 0 0,1 0 0 0 0,0 0 0 0 0,1 0 0 0 0,0 0 0 0 0,2 0 0 0 0,-1 0 0 0 0,0 0 0 0 0,0-1 0 0 0,-1 0 0 0 0,-2-1 0 0 0,0 0 0 0 0,1 1 0 0 0,1 2 0 0 0,2 2 0 0 0,3 2 0 0 0,1 2 0 0 0,0 1 0 0 0,0 2 0 0 0,1 0 0 0 0,-1-1 0 0 0,0 1 0 0 0,0-1 0 0 0,0 0 0 0 0,0-1 0 0 0,0 0 0 0 0,0-1 0 0 0,1 0 0 0 0,0-1 0 0 0,-1 1 0 0 0,-1 0 0 0 0,1 1 0 0 0,-1 0 0 0 0,2 0 0 0 0,-1 0 0 0 0,1-1 0 0 0,-2 1 0 0 0,1-1 0 0 0,0 0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15:28:22.1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11888 10571 16383 0 0,'0'0'0'0'0,"3"0"0"0"0,2 0 0 0 0,2 0 0 0 0,2 0 0 0 0,1 0 0 0 0,1 0 0 0 0,-1 0 0 0 0,0 0 0 0 0,-1 0 0 0 0,-2 0 0 0 0,0 2 0 0 0,-2 0 0 0 0,-1 1 0 0 0,-2 2 0 0 0,-2-1 0 0 0,-3-1 0 0 0,-3-1 0 0 0,-2 0 0 0 0,-1-2 0 0 0,-1-2 0 0 0,-2-2 0 0 0,0-2 0 0 0,2 0 0 0 0,1-1 0 0 0,2-1 0 0 0,1 2 0 0 0,2 0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15:28:25.3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5275 8521 16383 0 0,'0'0'0'0'0,"0"3"0"0"0,-1 2 0 0 0,-1 0 0 0 0,-1 3 0 0 0,-3 0 0 0 0,0 2 0 0 0,-3 2 0 0 0,1 2 0 0 0,0-1 0 0 0,1-1 0 0 0,-1 0 0 0 0,0-3 0 0 0,2-1 0 0 0,0-2 0 0 0,-1-1 0 0 0,-1 0 0 0 0,-1 1 0 0 0,0 2 0 0 0,0 1 0 0 0,1 1 0 0 0,1 0 0 0 0,1-2 0 0 0,0 0 0 0 0,0 0 0 0 0,0-2 0 0 0,1 0 0 0 0,-1-2 0 0 0,-1 1 0 0 0,1-1 0 0 0,0 1 0 0 0,0 1 0 0 0,0 0 0 0 0,0 0 0 0 0,0 0 0 0 0,0 0 0 0 0,1-2 0 0 0,1-2 0 0 0,4-4 0 0 0,3-2 0 0 0,2-2 0 0 0,3-3 0 0 0,0-1 0 0 0,-1-1 0 0 0,0 0 0 0 0,0-2 0 0 0,0-1 0 0 0,0-1 0 0 0,-1 0 0 0 0,1 0 0 0 0,0 0 0 0 0,-2 2 0 0 0,0 1 0 0 0,-1-1 0 0 0,0 0 0 0 0,-1 0 0 0 0,0-1 0 0 0,-1 0 0 0 0,0 1 0 0 0,0 2 0 0 0,0 1 0 0 0,1 1 0 0 0,0 0 0 0 0,0 2 0 0 0,0-1 0 0 0,-2-1 0 0 0,0 0 0 0 0,-1 1 0 0 0,1-1 0 0 0,-2 0 0 0 0,1 0 0 0 0,0 2 0 0 0,0-1 0 0 0,0 2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15:29:31.6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17064 7095 16383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15:29:32.0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19983 6066 16383 0 0,'0'0'0'0'0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15:29:53.5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12906 3812 16383 0 0,'0'0'0'0'0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15:29:51.49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14699 10794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D02AD-CA6C-4653-A1FD-8E360F85B9A1}" type="datetimeFigureOut">
              <a:rPr lang="en-CA" smtClean="0"/>
              <a:t>2026-03-26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676209-CAC7-4BFC-AD42-04D3A7AB33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4537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76209-CAC7-4BFC-AD42-04D3A7AB3397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5726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10226042"/>
            <a:ext cx="37307520" cy="70561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0" y="18653760"/>
            <a:ext cx="30723840" cy="8412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94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88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583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7778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972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1668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361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5557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2C180-810A-FA2F-D872-BE223E039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CC6D5-AF6B-41CE-A983-3BD524F22C4B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75CB8-35BE-AA93-D858-241CEAAD9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4B10A-829E-A69D-5454-395924A42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6A9348-4CA9-4AEF-B085-507A9132121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4479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200F4-7EA5-BDEE-5BD5-BA20129A5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A136E2-F3CF-4D72-8E77-FBDC689E37B2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A70CC-4AFB-7AA8-C4D1-CCE4DEC60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707D2-9B28-CBF2-DDB3-EC0C76747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7C7877-2348-4E35-9B26-0B1DCD6C2DF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3516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2" y="21153122"/>
            <a:ext cx="37307520" cy="6537960"/>
          </a:xfrm>
        </p:spPr>
        <p:txBody>
          <a:bodyPr anchor="t"/>
          <a:lstStyle>
            <a:lvl1pPr algn="l">
              <a:defRPr sz="19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2" y="13952228"/>
            <a:ext cx="37307520" cy="7200899"/>
          </a:xfrm>
        </p:spPr>
        <p:txBody>
          <a:bodyPr anchor="b"/>
          <a:lstStyle>
            <a:lvl1pPr marL="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1pPr>
            <a:lvl2pPr marL="2194472" indent="0">
              <a:buNone/>
              <a:defRPr sz="8600">
                <a:solidFill>
                  <a:schemeClr val="tx1">
                    <a:tint val="75000"/>
                  </a:schemeClr>
                </a:solidFill>
              </a:defRPr>
            </a:lvl2pPr>
            <a:lvl3pPr marL="4388945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3pPr>
            <a:lvl4pPr marL="6583417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4pPr>
            <a:lvl5pPr marL="8777888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5pPr>
            <a:lvl6pPr marL="10972361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6pPr>
            <a:lvl7pPr marL="13166833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7pPr>
            <a:lvl8pPr marL="15361306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8pPr>
            <a:lvl9pPr marL="17555778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5A2A-F1A9-9BA2-B6D3-F23D655FB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8F38E7-F71D-47A4-B801-D6953212E44A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10AE1-06AA-4207-FEF0-67F088712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8AADA-A58E-380C-A0EB-AFF6EF1E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FB6FAF-9AEC-4B92-BD50-BEA849953D8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8564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530846" y="36865561"/>
            <a:ext cx="94442281" cy="10427970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704647" y="36865561"/>
            <a:ext cx="94442281" cy="10427970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2431771-9CB0-1D5E-AB5F-0682B850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63C51-2DAC-424E-B6FB-5BE1123CC904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6055458-D6F1-416A-638D-7821A6CA9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DA44692-1444-8339-EC2B-E1E5224B7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93DDEF-961A-40DC-BD61-B878B51160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4182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7368545"/>
            <a:ext cx="19392902" cy="3070859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472" indent="0">
              <a:buNone/>
              <a:defRPr sz="9600" b="1"/>
            </a:lvl2pPr>
            <a:lvl3pPr marL="4388945" indent="0">
              <a:buNone/>
              <a:defRPr sz="8600" b="1"/>
            </a:lvl3pPr>
            <a:lvl4pPr marL="6583417" indent="0">
              <a:buNone/>
              <a:defRPr sz="7700" b="1"/>
            </a:lvl4pPr>
            <a:lvl5pPr marL="8777888" indent="0">
              <a:buNone/>
              <a:defRPr sz="7700" b="1"/>
            </a:lvl5pPr>
            <a:lvl6pPr marL="10972361" indent="0">
              <a:buNone/>
              <a:defRPr sz="7700" b="1"/>
            </a:lvl6pPr>
            <a:lvl7pPr marL="13166833" indent="0">
              <a:buNone/>
              <a:defRPr sz="7700" b="1"/>
            </a:lvl7pPr>
            <a:lvl8pPr marL="15361306" indent="0">
              <a:buNone/>
              <a:defRPr sz="7700" b="1"/>
            </a:lvl8pPr>
            <a:lvl9pPr marL="17555778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560" y="10439403"/>
            <a:ext cx="19392902" cy="18966182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124" y="7368545"/>
            <a:ext cx="19400521" cy="3070859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472" indent="0">
              <a:buNone/>
              <a:defRPr sz="9600" b="1"/>
            </a:lvl2pPr>
            <a:lvl3pPr marL="4388945" indent="0">
              <a:buNone/>
              <a:defRPr sz="8600" b="1"/>
            </a:lvl3pPr>
            <a:lvl4pPr marL="6583417" indent="0">
              <a:buNone/>
              <a:defRPr sz="7700" b="1"/>
            </a:lvl4pPr>
            <a:lvl5pPr marL="8777888" indent="0">
              <a:buNone/>
              <a:defRPr sz="7700" b="1"/>
            </a:lvl5pPr>
            <a:lvl6pPr marL="10972361" indent="0">
              <a:buNone/>
              <a:defRPr sz="7700" b="1"/>
            </a:lvl6pPr>
            <a:lvl7pPr marL="13166833" indent="0">
              <a:buNone/>
              <a:defRPr sz="7700" b="1"/>
            </a:lvl7pPr>
            <a:lvl8pPr marL="15361306" indent="0">
              <a:buNone/>
              <a:defRPr sz="7700" b="1"/>
            </a:lvl8pPr>
            <a:lvl9pPr marL="17555778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124" y="10439403"/>
            <a:ext cx="19400521" cy="18966182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B0C7E56-7F68-BD51-0D45-90C6915C5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DE38E-4360-4852-BA56-83631AC68D37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4F60341-772D-0067-7B2D-21781E637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577AAF2-6BD4-175B-C8D3-0201AE7CE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B5788E-8A35-4801-BDA0-C908381F662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7895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571C9A9-FC1E-63CD-2252-303F8B24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D7BB17-96B4-4134-9A73-9C90E9F48231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C187F8B-13DE-FE31-CCB5-ECB136101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A0FE727-4A48-13FC-A114-F02E452CB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D28B1E-389F-43DE-BEC2-7E8242C3552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4317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4687184-53E7-EC24-A293-4379F1BF9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1D28F-48DB-45FE-86C4-0A56A9440AB9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0994808-E091-CC34-494C-DD62C39FB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C3D9390-E885-5AFA-619D-2CE04A85C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9EA623-5A4C-4099-8FEF-5570341CC06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587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3" y="1310640"/>
            <a:ext cx="14439902" cy="5577840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242" y="1310645"/>
            <a:ext cx="24536400" cy="28094942"/>
          </a:xfrm>
        </p:spPr>
        <p:txBody>
          <a:bodyPr/>
          <a:lstStyle>
            <a:lvl1pPr>
              <a:defRPr sz="15400"/>
            </a:lvl1pPr>
            <a:lvl2pPr>
              <a:defRPr sz="13400"/>
            </a:lvl2pPr>
            <a:lvl3pPr>
              <a:defRPr sz="1150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3" y="6888485"/>
            <a:ext cx="14439902" cy="22517102"/>
          </a:xfrm>
        </p:spPr>
        <p:txBody>
          <a:bodyPr/>
          <a:lstStyle>
            <a:lvl1pPr marL="0" indent="0">
              <a:buNone/>
              <a:defRPr sz="6700"/>
            </a:lvl1pPr>
            <a:lvl2pPr marL="2194472" indent="0">
              <a:buNone/>
              <a:defRPr sz="5800"/>
            </a:lvl2pPr>
            <a:lvl3pPr marL="4388945" indent="0">
              <a:buNone/>
              <a:defRPr sz="4800"/>
            </a:lvl3pPr>
            <a:lvl4pPr marL="6583417" indent="0">
              <a:buNone/>
              <a:defRPr sz="4300"/>
            </a:lvl4pPr>
            <a:lvl5pPr marL="8777888" indent="0">
              <a:buNone/>
              <a:defRPr sz="4300"/>
            </a:lvl5pPr>
            <a:lvl6pPr marL="10972361" indent="0">
              <a:buNone/>
              <a:defRPr sz="4300"/>
            </a:lvl6pPr>
            <a:lvl7pPr marL="13166833" indent="0">
              <a:buNone/>
              <a:defRPr sz="4300"/>
            </a:lvl7pPr>
            <a:lvl8pPr marL="15361306" indent="0">
              <a:buNone/>
              <a:defRPr sz="4300"/>
            </a:lvl8pPr>
            <a:lvl9pPr marL="17555778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EAE8B54-2373-CE06-CE7C-F8955D3E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F287BF-4EC0-40A1-8F6E-1819093AB2E8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2EE22B2-61E8-5948-51ED-1B585B2E3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D6AFA28-6736-9905-5A01-CF93C3329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9241BC-2D4C-4E47-BD3F-F83F1FCCBE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8868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982" y="23042883"/>
            <a:ext cx="26334720" cy="2720342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982" y="2941320"/>
            <a:ext cx="26334720" cy="19751040"/>
          </a:xfrm>
        </p:spPr>
        <p:txBody>
          <a:bodyPr rtlCol="0">
            <a:normAutofit/>
          </a:bodyPr>
          <a:lstStyle>
            <a:lvl1pPr marL="0" indent="0">
              <a:buNone/>
              <a:defRPr sz="15400"/>
            </a:lvl1pPr>
            <a:lvl2pPr marL="2194472" indent="0">
              <a:buNone/>
              <a:defRPr sz="13400"/>
            </a:lvl2pPr>
            <a:lvl3pPr marL="4388945" indent="0">
              <a:buNone/>
              <a:defRPr sz="11500"/>
            </a:lvl3pPr>
            <a:lvl4pPr marL="6583417" indent="0">
              <a:buNone/>
              <a:defRPr sz="9600"/>
            </a:lvl4pPr>
            <a:lvl5pPr marL="8777888" indent="0">
              <a:buNone/>
              <a:defRPr sz="9600"/>
            </a:lvl5pPr>
            <a:lvl6pPr marL="10972361" indent="0">
              <a:buNone/>
              <a:defRPr sz="9600"/>
            </a:lvl6pPr>
            <a:lvl7pPr marL="13166833" indent="0">
              <a:buNone/>
              <a:defRPr sz="9600"/>
            </a:lvl7pPr>
            <a:lvl8pPr marL="15361306" indent="0">
              <a:buNone/>
              <a:defRPr sz="9600"/>
            </a:lvl8pPr>
            <a:lvl9pPr marL="17555778" indent="0">
              <a:buNone/>
              <a:defRPr sz="96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982" y="25763225"/>
            <a:ext cx="26334720" cy="3863339"/>
          </a:xfrm>
        </p:spPr>
        <p:txBody>
          <a:bodyPr/>
          <a:lstStyle>
            <a:lvl1pPr marL="0" indent="0">
              <a:buNone/>
              <a:defRPr sz="6700"/>
            </a:lvl1pPr>
            <a:lvl2pPr marL="2194472" indent="0">
              <a:buNone/>
              <a:defRPr sz="5800"/>
            </a:lvl2pPr>
            <a:lvl3pPr marL="4388945" indent="0">
              <a:buNone/>
              <a:defRPr sz="4800"/>
            </a:lvl3pPr>
            <a:lvl4pPr marL="6583417" indent="0">
              <a:buNone/>
              <a:defRPr sz="4300"/>
            </a:lvl4pPr>
            <a:lvl5pPr marL="8777888" indent="0">
              <a:buNone/>
              <a:defRPr sz="4300"/>
            </a:lvl5pPr>
            <a:lvl6pPr marL="10972361" indent="0">
              <a:buNone/>
              <a:defRPr sz="4300"/>
            </a:lvl6pPr>
            <a:lvl7pPr marL="13166833" indent="0">
              <a:buNone/>
              <a:defRPr sz="4300"/>
            </a:lvl7pPr>
            <a:lvl8pPr marL="15361306" indent="0">
              <a:buNone/>
              <a:defRPr sz="4300"/>
            </a:lvl8pPr>
            <a:lvl9pPr marL="17555778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C486209-504F-1F25-1A51-175A090BF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176AA9-9265-42DF-9050-BD14F153B57B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FCFB1F2-688E-AAC7-375D-0FCDCF317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92C6DAC-50DC-049F-ECD8-0F7C61D2D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CFE2AC-FA71-4601-B000-FE44419B23E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284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FDC01-1A0A-08A5-B140-7B6CA159C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4FE125-6715-419A-8954-4C29AB5685D4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A489C-1541-B6C0-B8E2-00E0D578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F7811-937D-179A-8C16-7F815AE52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C0EC00-3E3B-4FE8-B9EB-79F0538E13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9092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2742906" y="6324601"/>
            <a:ext cx="47404018" cy="1348206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0843" y="6324601"/>
            <a:ext cx="141480542" cy="1348206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51738-57E8-7308-3BB3-849D7BC16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3589D5-419F-4614-941E-4E37E6B4AED9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A1A14-C645-8A9C-43FD-6449AFF16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8A487-3C68-DB2C-D2DC-85468A539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B2AC67-1FF3-4265-AE45-052BBA3DDC7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5727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806B69F6-D09D-16C3-2974-5910D6E2D89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193925" y="1317625"/>
            <a:ext cx="3950335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38894" tIns="219448" rIns="438894" bIns="21944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E143059E-A479-9848-E59F-0F68AAD4BDF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2193925" y="7680325"/>
            <a:ext cx="39503350" cy="2172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38894" tIns="219448" rIns="438894" bIns="21944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439F1-A15C-0440-8AD8-13AD5E78DA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93925" y="30511750"/>
            <a:ext cx="10242550" cy="1752600"/>
          </a:xfrm>
          <a:prstGeom prst="rect">
            <a:avLst/>
          </a:prstGeom>
        </p:spPr>
        <p:txBody>
          <a:bodyPr vert="horz" wrap="square" lIns="438894" tIns="219448" rIns="438894" bIns="219448" numCol="1" anchor="ctr" anchorCtr="0" compatLnSpc="1">
            <a:prstTxWarp prst="textNoShape">
              <a:avLst/>
            </a:prstTxWarp>
          </a:bodyPr>
          <a:lstStyle>
            <a:lvl1pPr defTabSz="4387674" eaLnBrk="1" hangingPunct="1">
              <a:defRPr sz="5800">
                <a:solidFill>
                  <a:srgbClr val="898989"/>
                </a:solidFill>
                <a:cs typeface="Arial" pitchFamily="34" charset="0"/>
              </a:defRPr>
            </a:lvl1pPr>
          </a:lstStyle>
          <a:p>
            <a:pPr>
              <a:defRPr/>
            </a:pPr>
            <a:fld id="{5CF0FE01-70E2-425D-9E49-CBFFF07BFC06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77FE5-5327-8840-821F-FB79E4A9AB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995525" y="30511750"/>
            <a:ext cx="13900150" cy="1752600"/>
          </a:xfrm>
          <a:prstGeom prst="rect">
            <a:avLst/>
          </a:prstGeom>
        </p:spPr>
        <p:txBody>
          <a:bodyPr vert="horz" lIns="438894" tIns="219448" rIns="438894" bIns="219448" rtlCol="0" anchor="ctr"/>
          <a:lstStyle>
            <a:lvl1pPr algn="ctr" defTabSz="4388945" eaLnBrk="1" fontAlgn="auto" hangingPunct="1">
              <a:spcBef>
                <a:spcPts val="0"/>
              </a:spcBef>
              <a:spcAft>
                <a:spcPts val="0"/>
              </a:spcAft>
              <a:defRPr sz="5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30BB9-5413-6446-8B50-7BAF3AE4A7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454725" y="30511750"/>
            <a:ext cx="10242550" cy="1752600"/>
          </a:xfrm>
          <a:prstGeom prst="rect">
            <a:avLst/>
          </a:prstGeom>
        </p:spPr>
        <p:txBody>
          <a:bodyPr vert="horz" wrap="square" lIns="438894" tIns="219448" rIns="438894" bIns="21944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580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fld id="{636678D1-02E8-4843-BE4C-BA543880E3F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386263" rtl="0" eaLnBrk="0" fontAlgn="base" hangingPunct="0">
        <a:spcBef>
          <a:spcPct val="0"/>
        </a:spcBef>
        <a:spcAft>
          <a:spcPct val="0"/>
        </a:spcAft>
        <a:defRPr sz="21100" kern="1200">
          <a:solidFill>
            <a:schemeClr val="tx1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386263" rtl="0" eaLnBrk="0" fontAlgn="base" hangingPunct="0">
        <a:spcBef>
          <a:spcPct val="0"/>
        </a:spcBef>
        <a:spcAft>
          <a:spcPct val="0"/>
        </a:spcAft>
        <a:defRPr sz="21100">
          <a:solidFill>
            <a:schemeClr val="tx1"/>
          </a:solidFill>
          <a:latin typeface="Calibri" pitchFamily="34" charset="0"/>
          <a:ea typeface="MS PGothic" pitchFamily="34" charset="-128"/>
          <a:cs typeface="ＭＳ Ｐゴシック" charset="0"/>
        </a:defRPr>
      </a:lvl2pPr>
      <a:lvl3pPr algn="ctr" defTabSz="4386263" rtl="0" eaLnBrk="0" fontAlgn="base" hangingPunct="0">
        <a:spcBef>
          <a:spcPct val="0"/>
        </a:spcBef>
        <a:spcAft>
          <a:spcPct val="0"/>
        </a:spcAft>
        <a:defRPr sz="21100">
          <a:solidFill>
            <a:schemeClr val="tx1"/>
          </a:solidFill>
          <a:latin typeface="Calibri" pitchFamily="34" charset="0"/>
          <a:ea typeface="MS PGothic" pitchFamily="34" charset="-128"/>
          <a:cs typeface="ＭＳ Ｐゴシック" charset="0"/>
        </a:defRPr>
      </a:lvl3pPr>
      <a:lvl4pPr algn="ctr" defTabSz="4386263" rtl="0" eaLnBrk="0" fontAlgn="base" hangingPunct="0">
        <a:spcBef>
          <a:spcPct val="0"/>
        </a:spcBef>
        <a:spcAft>
          <a:spcPct val="0"/>
        </a:spcAft>
        <a:defRPr sz="21100">
          <a:solidFill>
            <a:schemeClr val="tx1"/>
          </a:solidFill>
          <a:latin typeface="Calibri" pitchFamily="34" charset="0"/>
          <a:ea typeface="MS PGothic" pitchFamily="34" charset="-128"/>
          <a:cs typeface="ＭＳ Ｐゴシック" charset="0"/>
        </a:defRPr>
      </a:lvl4pPr>
      <a:lvl5pPr algn="ctr" defTabSz="4386263" rtl="0" eaLnBrk="0" fontAlgn="base" hangingPunct="0">
        <a:spcBef>
          <a:spcPct val="0"/>
        </a:spcBef>
        <a:spcAft>
          <a:spcPct val="0"/>
        </a:spcAft>
        <a:defRPr sz="21100">
          <a:solidFill>
            <a:schemeClr val="tx1"/>
          </a:solidFill>
          <a:latin typeface="Calibri" pitchFamily="34" charset="0"/>
          <a:ea typeface="MS PGothic" pitchFamily="34" charset="-128"/>
          <a:cs typeface="ＭＳ Ｐゴシック" charset="0"/>
        </a:defRPr>
      </a:lvl5pPr>
      <a:lvl6pPr marL="457182" algn="ctr" defTabSz="4387674" rtl="0" fontAlgn="base">
        <a:spcBef>
          <a:spcPct val="0"/>
        </a:spcBef>
        <a:spcAft>
          <a:spcPct val="0"/>
        </a:spcAft>
        <a:defRPr sz="21100">
          <a:solidFill>
            <a:schemeClr val="tx1"/>
          </a:solidFill>
          <a:latin typeface="Calibri" pitchFamily="34" charset="0"/>
        </a:defRPr>
      </a:lvl6pPr>
      <a:lvl7pPr marL="914364" algn="ctr" defTabSz="4387674" rtl="0" fontAlgn="base">
        <a:spcBef>
          <a:spcPct val="0"/>
        </a:spcBef>
        <a:spcAft>
          <a:spcPct val="0"/>
        </a:spcAft>
        <a:defRPr sz="21100">
          <a:solidFill>
            <a:schemeClr val="tx1"/>
          </a:solidFill>
          <a:latin typeface="Calibri" pitchFamily="34" charset="0"/>
        </a:defRPr>
      </a:lvl7pPr>
      <a:lvl8pPr marL="1371545" algn="ctr" defTabSz="4387674" rtl="0" fontAlgn="base">
        <a:spcBef>
          <a:spcPct val="0"/>
        </a:spcBef>
        <a:spcAft>
          <a:spcPct val="0"/>
        </a:spcAft>
        <a:defRPr sz="21100">
          <a:solidFill>
            <a:schemeClr val="tx1"/>
          </a:solidFill>
          <a:latin typeface="Calibri" pitchFamily="34" charset="0"/>
        </a:defRPr>
      </a:lvl8pPr>
      <a:lvl9pPr marL="1828727" algn="ctr" defTabSz="4387674" rtl="0" fontAlgn="base">
        <a:spcBef>
          <a:spcPct val="0"/>
        </a:spcBef>
        <a:spcAft>
          <a:spcPct val="0"/>
        </a:spcAft>
        <a:defRPr sz="21100">
          <a:solidFill>
            <a:schemeClr val="tx1"/>
          </a:solidFill>
          <a:latin typeface="Calibri" pitchFamily="34" charset="0"/>
        </a:defRPr>
      </a:lvl9pPr>
    </p:titleStyle>
    <p:bodyStyle>
      <a:lvl1pPr marL="1643063" indent="-1643063" algn="l" defTabSz="438626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5400" kern="12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3563938" indent="-1368425" algn="l" defTabSz="438626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3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5483225" indent="-1095375" algn="l" defTabSz="438626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15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7678738" indent="-1095375" algn="l" defTabSz="438626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96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9872663" indent="-1095375" algn="l" defTabSz="438626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96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12069598" indent="-1097236" algn="l" defTabSz="4388945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070" indent="-1097236" algn="l" defTabSz="4388945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8541" indent="-1097236" algn="l" defTabSz="4388945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014" indent="-1097236" algn="l" defTabSz="4388945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8945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472" algn="l" defTabSz="4388945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4388945" algn="l" defTabSz="4388945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417" algn="l" defTabSz="4388945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777888" algn="l" defTabSz="4388945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361" algn="l" defTabSz="4388945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6833" algn="l" defTabSz="4388945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306" algn="l" defTabSz="4388945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5778" algn="l" defTabSz="4388945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.xml"/><Relationship Id="rId18" Type="http://schemas.openxmlformats.org/officeDocument/2006/relationships/image" Target="../media/image10.png"/><Relationship Id="rId26" Type="http://schemas.openxmlformats.org/officeDocument/2006/relationships/customXml" Target="../ink/ink6.xml"/><Relationship Id="rId39" Type="http://schemas.openxmlformats.org/officeDocument/2006/relationships/image" Target="../media/image25.png"/><Relationship Id="rId21" Type="http://schemas.openxmlformats.org/officeDocument/2006/relationships/image" Target="../media/image15.png"/><Relationship Id="rId34" Type="http://schemas.openxmlformats.org/officeDocument/2006/relationships/image" Target="../media/image20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openxmlformats.org/officeDocument/2006/relationships/image" Target="../media/image12.png"/><Relationship Id="rId25" Type="http://schemas.openxmlformats.org/officeDocument/2006/relationships/image" Target="../media/image17.png"/><Relationship Id="rId33" Type="http://schemas.openxmlformats.org/officeDocument/2006/relationships/image" Target="../media/image14.png"/><Relationship Id="rId38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6" Type="http://schemas.openxmlformats.org/officeDocument/2006/relationships/customXml" Target="../ink/ink2.xml"/><Relationship Id="rId20" Type="http://schemas.openxmlformats.org/officeDocument/2006/relationships/customXml" Target="../ink/ink3.xml"/><Relationship Id="rId29" Type="http://schemas.openxmlformats.org/officeDocument/2006/relationships/image" Target="../media/image19.png"/><Relationship Id="rId41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24" Type="http://schemas.openxmlformats.org/officeDocument/2006/relationships/customXml" Target="../ink/ink5.xml"/><Relationship Id="rId32" Type="http://schemas.openxmlformats.org/officeDocument/2006/relationships/customXml" Target="../ink/ink10.xml"/><Relationship Id="rId37" Type="http://schemas.openxmlformats.org/officeDocument/2006/relationships/image" Target="../media/image23.png"/><Relationship Id="rId40" Type="http://schemas.openxmlformats.org/officeDocument/2006/relationships/image" Target="../media/image26.png"/><Relationship Id="rId5" Type="http://schemas.openxmlformats.org/officeDocument/2006/relationships/image" Target="../media/image3.png"/><Relationship Id="rId15" Type="http://schemas.openxmlformats.org/officeDocument/2006/relationships/image" Target="../media/image11.png"/><Relationship Id="rId23" Type="http://schemas.openxmlformats.org/officeDocument/2006/relationships/image" Target="../media/image16.png"/><Relationship Id="rId28" Type="http://schemas.openxmlformats.org/officeDocument/2006/relationships/customXml" Target="../ink/ink7.xml"/><Relationship Id="rId36" Type="http://schemas.openxmlformats.org/officeDocument/2006/relationships/image" Target="../media/image22.png"/><Relationship Id="rId10" Type="http://schemas.openxmlformats.org/officeDocument/2006/relationships/image" Target="../media/image7.svg"/><Relationship Id="rId19" Type="http://schemas.openxmlformats.org/officeDocument/2006/relationships/image" Target="../media/image13.png"/><Relationship Id="rId31" Type="http://schemas.openxmlformats.org/officeDocument/2006/relationships/customXml" Target="../ink/ink9.xml"/><Relationship Id="rId4" Type="http://schemas.openxmlformats.org/officeDocument/2006/relationships/image" Target="../media/image2.emf"/><Relationship Id="rId9" Type="http://schemas.microsoft.com/office/2007/relationships/hdphoto" Target="../media/hdphoto1.wdp"/><Relationship Id="rId22" Type="http://schemas.openxmlformats.org/officeDocument/2006/relationships/customXml" Target="../ink/ink4.xml"/><Relationship Id="rId27" Type="http://schemas.openxmlformats.org/officeDocument/2006/relationships/image" Target="../media/image18.png"/><Relationship Id="rId30" Type="http://schemas.openxmlformats.org/officeDocument/2006/relationships/customXml" Target="../ink/ink8.xml"/><Relationship Id="rId35" Type="http://schemas.openxmlformats.org/officeDocument/2006/relationships/image" Target="../media/image21.png"/><Relationship Id="rId8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68BF0EE-7D64-BA46-ACDD-9B301A3E0FA3}"/>
              </a:ext>
            </a:extLst>
          </p:cNvPr>
          <p:cNvSpPr/>
          <p:nvPr/>
        </p:nvSpPr>
        <p:spPr>
          <a:xfrm>
            <a:off x="-9525" y="29621163"/>
            <a:ext cx="43900725" cy="3309937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38894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 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2D6F82-C1CF-524A-BB1A-A2427258BF41}"/>
              </a:ext>
            </a:extLst>
          </p:cNvPr>
          <p:cNvSpPr/>
          <p:nvPr/>
        </p:nvSpPr>
        <p:spPr>
          <a:xfrm>
            <a:off x="-9525" y="26988"/>
            <a:ext cx="43900725" cy="530701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38894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6C99FE-55EF-0F49-9ABC-8CA7A6BB0C7C}"/>
              </a:ext>
            </a:extLst>
          </p:cNvPr>
          <p:cNvSpPr/>
          <p:nvPr/>
        </p:nvSpPr>
        <p:spPr>
          <a:xfrm>
            <a:off x="0" y="29621163"/>
            <a:ext cx="43891200" cy="32972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defTabSz="438894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316" name="TextBox 8">
            <a:extLst>
              <a:ext uri="{FF2B5EF4-FFF2-40B4-BE49-F238E27FC236}">
                <a16:creationId xmlns:a16="http://schemas.microsoft.com/office/drawing/2014/main" id="{335A676A-41B7-C740-F8D9-AF9082360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095625"/>
            <a:ext cx="33680400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6" tIns="45718" rIns="91436" bIns="4571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5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3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386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386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386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386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400">
                <a:solidFill>
                  <a:schemeClr val="bg1"/>
                </a:solidFill>
                <a:latin typeface="Arial" panose="020B0604020202020204" pitchFamily="34" charset="0"/>
              </a:rPr>
              <a:t>Muneeb Asif, Elise Drouillard, Delaney McLachlan, Janki Patel, Hannah Taylor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400">
                <a:solidFill>
                  <a:schemeClr val="bg1"/>
                </a:solidFill>
                <a:latin typeface="Arial" panose="020B0604020202020204" pitchFamily="34" charset="0"/>
              </a:rPr>
              <a:t>Western University, London, ON, Canada</a:t>
            </a:r>
          </a:p>
        </p:txBody>
      </p:sp>
      <p:sp>
        <p:nvSpPr>
          <p:cNvPr id="13317" name="TextBox 7">
            <a:extLst>
              <a:ext uri="{FF2B5EF4-FFF2-40B4-BE49-F238E27FC236}">
                <a16:creationId xmlns:a16="http://schemas.microsoft.com/office/drawing/2014/main" id="{A1B958FA-CAB2-75C4-06B5-F7A8A2163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27" y="1220330"/>
            <a:ext cx="38100000" cy="124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6" tIns="45718" rIns="91436" bIns="4571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5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3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386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386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386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386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7500" b="1">
                <a:solidFill>
                  <a:schemeClr val="bg1"/>
                </a:solidFill>
                <a:latin typeface="Arial" panose="020B0604020202020204" pitchFamily="34" charset="0"/>
              </a:rPr>
              <a:t>CTRL + Incision – Medical Imaging Scan to 3D Volume Pipeline </a:t>
            </a:r>
          </a:p>
        </p:txBody>
      </p:sp>
      <p:pic>
        <p:nvPicPr>
          <p:cNvPr id="13319" name="Picture 4">
            <a:extLst>
              <a:ext uri="{FF2B5EF4-FFF2-40B4-BE49-F238E27FC236}">
                <a16:creationId xmlns:a16="http://schemas.microsoft.com/office/drawing/2014/main" id="{464CB61E-AB57-3639-3ED7-073642CC8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94775" y="30251400"/>
            <a:ext cx="8269288" cy="196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3">
            <a:extLst>
              <a:ext uri="{FF2B5EF4-FFF2-40B4-BE49-F238E27FC236}">
                <a16:creationId xmlns:a16="http://schemas.microsoft.com/office/drawing/2014/main" id="{42F00898-6A6F-991E-A03E-8645609416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0399" y="1420839"/>
            <a:ext cx="6305759" cy="2231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A3138C-7454-CAA6-51E7-00AB977ABF17}"/>
              </a:ext>
            </a:extLst>
          </p:cNvPr>
          <p:cNvSpPr txBox="1"/>
          <p:nvPr/>
        </p:nvSpPr>
        <p:spPr>
          <a:xfrm>
            <a:off x="583153" y="6159536"/>
            <a:ext cx="8770187" cy="966157"/>
          </a:xfrm>
          <a:prstGeom prst="rect">
            <a:avLst/>
          </a:prstGeom>
          <a:solidFill>
            <a:srgbClr val="4F2783"/>
          </a:solidFill>
          <a:effectLst>
            <a:innerShdw blurRad="787400" dist="139700" dir="13500000">
              <a:srgbClr val="000000">
                <a:alpha val="50000"/>
              </a:srgbClr>
            </a:innerShdw>
          </a:effectLst>
        </p:spPr>
        <p:txBody>
          <a:bodyPr anchor="ctr"/>
          <a:lstStyle/>
          <a:p>
            <a:pPr algn="ctr">
              <a:defRPr/>
            </a:pPr>
            <a:r>
              <a:rPr lang="en-US" sz="4000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rPr>
              <a:t>Introduction</a:t>
            </a:r>
            <a:endParaRPr lang="en-US" sz="4000">
              <a:solidFill>
                <a:schemeClr val="bg1"/>
              </a:solidFill>
              <a:latin typeface="Arial Black"/>
              <a:ea typeface="ＭＳ Ｐゴシック" charset="0"/>
              <a:cs typeface="Arial Black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3F0AE5-889A-9C6B-0B12-04FAC882FFA9}"/>
              </a:ext>
            </a:extLst>
          </p:cNvPr>
          <p:cNvSpPr txBox="1"/>
          <p:nvPr/>
        </p:nvSpPr>
        <p:spPr>
          <a:xfrm>
            <a:off x="600405" y="7321089"/>
            <a:ext cx="8752935" cy="90100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40" tIns="91440" rIns="91440" bIns="91440" anchor="t"/>
          <a:lstStyle>
            <a:lvl1pPr eaLnBrk="0" hangingPunct="0"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38785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38785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38785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38785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marL="571500" indent="-571500" eaLnBrk="1" hangingPunct="1">
              <a:buFont typeface="Arial" panose="020B0604020202020204" pitchFamily="34" charset="0"/>
              <a:buChar char="•"/>
              <a:defRPr/>
            </a:pPr>
            <a:endParaRPr lang="en-US" altLang="en-US" sz="3600">
              <a:latin typeface="Arial" pitchFamily="34" charset="0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5A47ED-42A0-8998-8876-E287D41472F3}"/>
              </a:ext>
            </a:extLst>
          </p:cNvPr>
          <p:cNvSpPr txBox="1"/>
          <p:nvPr/>
        </p:nvSpPr>
        <p:spPr>
          <a:xfrm>
            <a:off x="10045574" y="6172199"/>
            <a:ext cx="23714202" cy="989283"/>
          </a:xfrm>
          <a:prstGeom prst="rect">
            <a:avLst/>
          </a:prstGeom>
          <a:solidFill>
            <a:srgbClr val="4F2783"/>
          </a:solidFill>
          <a:effectLst>
            <a:innerShdw blurRad="787400" dist="139700" dir="13500000">
              <a:srgbClr val="000000">
                <a:alpha val="50000"/>
              </a:srgbClr>
            </a:innerShdw>
          </a:effectLst>
        </p:spPr>
        <p:txBody>
          <a:bodyPr anchor="ctr"/>
          <a:lstStyle/>
          <a:p>
            <a:pPr algn="ctr">
              <a:defRPr/>
            </a:pPr>
            <a:r>
              <a:rPr lang="en-US" sz="4000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rPr>
              <a:t>Methods</a:t>
            </a:r>
            <a:endParaRPr lang="en-US" sz="4000">
              <a:solidFill>
                <a:schemeClr val="bg1"/>
              </a:solidFill>
              <a:latin typeface="Arial Black"/>
              <a:ea typeface="ＭＳ Ｐゴシック" charset="0"/>
              <a:cs typeface="Arial Black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FDC539-E071-C8FE-9402-2189F782A123}"/>
              </a:ext>
            </a:extLst>
          </p:cNvPr>
          <p:cNvSpPr txBox="1"/>
          <p:nvPr/>
        </p:nvSpPr>
        <p:spPr>
          <a:xfrm>
            <a:off x="10045700" y="7267492"/>
            <a:ext cx="7948653" cy="217098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40" tIns="91440" rIns="91440" bIns="91440" anchor="t"/>
          <a:lstStyle>
            <a:lvl1pPr eaLnBrk="0" hangingPunct="0"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38785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38785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38785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38785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Aft>
                <a:spcPts val="800"/>
              </a:spcAft>
              <a:defRPr/>
            </a:pPr>
            <a:r>
              <a:rPr lang="en-US" altLang="en-US" sz="3200" b="1">
                <a:latin typeface="Arial"/>
                <a:ea typeface="MS PGothic"/>
                <a:cs typeface="Arial"/>
              </a:rPr>
              <a:t>System Architecture</a:t>
            </a:r>
          </a:p>
          <a:p>
            <a:pPr>
              <a:spcAft>
                <a:spcPts val="800"/>
              </a:spcAft>
              <a:defRPr/>
            </a:pPr>
            <a:r>
              <a:rPr lang="en-US" altLang="en-US" sz="2800" b="1">
                <a:latin typeface="Arial"/>
                <a:ea typeface="MS PGothic"/>
                <a:cs typeface="Arial"/>
              </a:rPr>
              <a:t>Hardware</a:t>
            </a:r>
            <a:endParaRPr lang="en-US" altLang="en-US" sz="2800" b="1">
              <a:latin typeface="Arial" pitchFamily="34" charset="0"/>
              <a:cs typeface="Arial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endParaRPr lang="en-US" altLang="en-US" sz="200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en-US" altLang="en-US" sz="2000">
              <a:latin typeface="Arial" pitchFamily="34" charset="0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en-US" altLang="en-US" sz="2000">
              <a:latin typeface="Arial" pitchFamily="34" charset="0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en-US" altLang="en-US" sz="2000">
              <a:latin typeface="Arial" pitchFamily="34" charset="0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en-US" altLang="en-US" sz="2000">
              <a:latin typeface="Arial" pitchFamily="34" charset="0"/>
              <a:cs typeface="Arial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endParaRPr lang="en-US" altLang="en-US" sz="2000">
              <a:latin typeface="Arial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endParaRPr lang="en-US" altLang="en-US" sz="2000">
              <a:latin typeface="Arial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endParaRPr lang="en-US" altLang="en-US" sz="2000">
              <a:latin typeface="Arial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endParaRPr lang="en-US" altLang="en-US" sz="2000">
              <a:latin typeface="Arial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endParaRPr lang="en-US" altLang="en-US" sz="2000">
              <a:latin typeface="Arial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endParaRPr lang="en-US" altLang="en-US" sz="2000">
              <a:latin typeface="Arial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endParaRPr lang="en-US" altLang="en-US" sz="2000">
              <a:latin typeface="Arial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endParaRPr lang="en-US" altLang="en-US" sz="2000">
              <a:latin typeface="Arial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endParaRPr lang="en-US" altLang="en-US" sz="2000">
              <a:latin typeface="Arial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endParaRPr lang="en-US" altLang="en-US" sz="2000">
              <a:latin typeface="Arial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endParaRPr lang="en-US" altLang="en-US" sz="2000">
              <a:latin typeface="Arial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endParaRPr lang="en-US" altLang="en-US" sz="2000">
              <a:latin typeface="Arial" pitchFamily="34" charset="0"/>
            </a:endParaRPr>
          </a:p>
          <a:p>
            <a:pPr marL="342900" marR="0" lvl="0" indent="-342900" algn="l" defTabSz="4386263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20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algn="l" defTabSz="4386263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200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l" defTabSz="4386263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20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endParaRPr lang="en-US" altLang="en-US" sz="200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endParaRPr lang="en-US" altLang="en-US" sz="200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spcAft>
                <a:spcPts val="800"/>
              </a:spcAft>
              <a:defRPr/>
            </a:pPr>
            <a:endParaRPr lang="en-US" altLang="en-US" sz="2600" b="1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800"/>
              </a:spcAft>
              <a:defRPr/>
            </a:pPr>
            <a:endParaRPr lang="en-US" altLang="en-US" sz="2600" b="1">
              <a:solidFill>
                <a:prstClr val="black"/>
              </a:solidFill>
              <a:latin typeface="Arial"/>
              <a:ea typeface="MS PGothic"/>
              <a:cs typeface="Arial"/>
            </a:endParaRPr>
          </a:p>
          <a:p>
            <a:pPr>
              <a:spcAft>
                <a:spcPts val="800"/>
              </a:spcAft>
              <a:defRPr/>
            </a:pPr>
            <a:r>
              <a:rPr lang="en-US" altLang="en-US" sz="2800" b="1">
                <a:latin typeface="Arial"/>
                <a:ea typeface="MS PGothic"/>
                <a:cs typeface="Arial"/>
              </a:rPr>
              <a:t>Software</a:t>
            </a:r>
            <a:endParaRPr lang="en-US" altLang="en-US" sz="2600" b="1">
              <a:latin typeface="Arial" pitchFamily="34" charset="0"/>
              <a:cs typeface="Arial" pitchFamily="34" charset="0"/>
            </a:endParaRPr>
          </a:p>
          <a:p>
            <a:pPr eaLnBrk="1" hangingPunct="1">
              <a:defRPr/>
            </a:pPr>
            <a:endParaRPr lang="en-US" altLang="en-US" sz="2000" b="1">
              <a:latin typeface="Arial" pitchFamily="34" charset="0"/>
              <a:cs typeface="Arial" pitchFamily="34" charset="0"/>
            </a:endParaRPr>
          </a:p>
          <a:p>
            <a:pPr eaLnBrk="1" hangingPunct="1">
              <a:defRPr/>
            </a:pPr>
            <a:endParaRPr lang="en-US" altLang="en-US" sz="2000"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TextBox 43">
            <a:extLst>
              <a:ext uri="{FF2B5EF4-FFF2-40B4-BE49-F238E27FC236}">
                <a16:creationId xmlns:a16="http://schemas.microsoft.com/office/drawing/2014/main" id="{C738B2C5-755E-50E0-29BA-7DA2E60432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0" y="25755600"/>
            <a:ext cx="7924800" cy="1905000"/>
          </a:xfrm>
          <a:prstGeom prst="rect">
            <a:avLst/>
          </a:prstGeom>
          <a:solidFill>
            <a:schemeClr val="bg1">
              <a:alpha val="79999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tIns="91440" bIns="91440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15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13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1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3878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3878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3878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3878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09D2379-D4F3-BF68-BE23-572ABBD5ECD7}"/>
              </a:ext>
            </a:extLst>
          </p:cNvPr>
          <p:cNvSpPr txBox="1"/>
          <p:nvPr/>
        </p:nvSpPr>
        <p:spPr>
          <a:xfrm>
            <a:off x="34364294" y="6158278"/>
            <a:ext cx="8933420" cy="985951"/>
          </a:xfrm>
          <a:prstGeom prst="rect">
            <a:avLst/>
          </a:prstGeom>
          <a:solidFill>
            <a:srgbClr val="4F2783"/>
          </a:solidFill>
          <a:effectLst>
            <a:innerShdw blurRad="787400" dist="139700" dir="13500000">
              <a:srgbClr val="000000">
                <a:alpha val="50000"/>
              </a:srgbClr>
            </a:innerShdw>
          </a:effectLst>
        </p:spPr>
        <p:txBody>
          <a:bodyPr anchor="ctr"/>
          <a:lstStyle/>
          <a:p>
            <a:pPr algn="ctr">
              <a:defRPr/>
            </a:pPr>
            <a:r>
              <a:rPr lang="en-US" sz="4000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rPr>
              <a:t>Results</a:t>
            </a:r>
            <a:endParaRPr lang="en-US" sz="4000">
              <a:solidFill>
                <a:schemeClr val="bg1"/>
              </a:solidFill>
              <a:latin typeface="Arial Black"/>
              <a:ea typeface="ＭＳ Ｐゴシック" charset="0"/>
              <a:cs typeface="Arial Black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A5D2E6-A7F2-5E3C-E560-4B007EDF7268}"/>
              </a:ext>
            </a:extLst>
          </p:cNvPr>
          <p:cNvSpPr txBox="1"/>
          <p:nvPr/>
        </p:nvSpPr>
        <p:spPr>
          <a:xfrm>
            <a:off x="34377523" y="7301454"/>
            <a:ext cx="8937445" cy="2195934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40" tIns="91440" rIns="91440" bIns="91440" anchor="t"/>
          <a:lstStyle>
            <a:lvl1pPr eaLnBrk="0" hangingPunct="0"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38785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38785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38785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38785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Aft>
                <a:spcPts val="800"/>
              </a:spcAft>
              <a:defRPr/>
            </a:pPr>
            <a:r>
              <a:rPr lang="en-US" altLang="en-US" sz="2800" b="1">
                <a:latin typeface="Arial"/>
                <a:ea typeface="MS PGothic"/>
                <a:cs typeface="Arial"/>
              </a:rPr>
              <a:t>Results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Arial"/>
              </a:rPr>
              <a:t>Successful .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Arial"/>
              </a:rPr>
              <a:t>mha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Arial"/>
              </a:rPr>
              <a:t> generation</a:t>
            </a:r>
            <a:r>
              <a:rPr lang="en-US" sz="2800">
                <a:solidFill>
                  <a:srgbClr val="000000"/>
                </a:solidFill>
                <a:latin typeface="Arial"/>
                <a:ea typeface="MS PGothic"/>
                <a:cs typeface="Arial"/>
              </a:rPr>
              <a:t>, validated using 3D Slicer</a:t>
            </a:r>
          </a:p>
          <a:p>
            <a:pPr marL="342900" marR="0" lvl="0" indent="-342900" algn="l" defTabSz="4386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Arial"/>
              </a:rPr>
              <a:t>Support for multiple I/O </a:t>
            </a:r>
            <a:r>
              <a:rPr lang="en-US" sz="2800">
                <a:solidFill>
                  <a:srgbClr val="000000"/>
                </a:solidFill>
                <a:latin typeface="Arial"/>
                <a:ea typeface="MS PGothic"/>
                <a:cs typeface="Arial"/>
              </a:rPr>
              <a:t>devices</a:t>
            </a:r>
            <a:endParaRPr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800">
                <a:solidFill>
                  <a:srgbClr val="000000"/>
                </a:solidFill>
                <a:latin typeface="Arial"/>
                <a:ea typeface="MS PGothic"/>
                <a:cs typeface="Arial"/>
              </a:rPr>
              <a:t>3D Remodeling of multiple types of scans, such as CT, MRI, ultrasound</a:t>
            </a:r>
            <a:endParaRPr lang="en-US" sz="2800">
              <a:latin typeface="Arial"/>
              <a:cs typeface="Arial"/>
            </a:endParaRPr>
          </a:p>
          <a:p>
            <a:pPr marL="0" marR="0" lvl="0" indent="0" algn="l" defTabSz="4386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marL="0" marR="0" lvl="0" indent="0" algn="l" defTabSz="438626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marL="0" marR="0" lvl="0" indent="0" algn="l" defTabSz="438626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marL="0" marR="0" lvl="0" indent="0" algn="l" defTabSz="438626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marL="0" marR="0" lvl="0" indent="0" algn="l" defTabSz="4386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marL="0" marR="0" lvl="0" indent="0" algn="l" defTabSz="4386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4386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4386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4386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sz="2800">
              <a:solidFill>
                <a:srgbClr val="000000"/>
              </a:solidFill>
              <a:latin typeface="Arial"/>
              <a:ea typeface="MS PGothic"/>
              <a:cs typeface="Arial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Arial"/>
              </a:rPr>
              <a:t>Transfer functions to apply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Arial"/>
              </a:rPr>
              <a:t>colour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Arial"/>
              </a:rPr>
              <a:t> filters and density scaler</a:t>
            </a:r>
            <a:endParaRPr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S PGothic"/>
              <a:cs typeface="Arial"/>
            </a:endParaRPr>
          </a:p>
          <a:p>
            <a:pPr marL="0" marR="0" lvl="0" indent="0" algn="l" defTabSz="438626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marL="0" marR="0" lvl="0" indent="0" algn="l" defTabSz="438626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438626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438626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438626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438626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marL="0" marR="0" lvl="0" indent="0" algn="l" defTabSz="4386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4386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marR="0" lvl="0" indent="0" algn="l" defTabSz="4386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4386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4386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4386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  <a:defRPr/>
            </a:pPr>
            <a:r>
              <a:rPr lang="en-US" altLang="en-US" sz="2800" b="1">
                <a:latin typeface="Arial"/>
                <a:ea typeface="MS PGothic"/>
                <a:cs typeface="Arial"/>
              </a:rPr>
              <a:t>Next Steps &amp; Future Directions</a:t>
            </a:r>
            <a:endParaRPr lang="en-US" altLang="en-US" sz="2800" b="1">
              <a:latin typeface="Arial" pitchFamily="34" charset="0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800" b="1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Refine Transform Matrix:</a:t>
            </a:r>
            <a:r>
              <a:rPr lang="en-US" sz="280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Precise calibration for spatial accuracy.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800" b="1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Integrated AR View:</a:t>
            </a:r>
            <a:r>
              <a:rPr lang="en-US" sz="280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Calibrated stylus and volume tracking combined.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800" b="1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Dynamic Target Visualization:</a:t>
            </a:r>
            <a:r>
              <a:rPr lang="en-US" sz="280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Real-time stylus guidance relative to anatomy.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800" b="1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Clinical Accuracy Studies:</a:t>
            </a:r>
            <a:r>
              <a:rPr lang="en-US" sz="280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Performance validation in phantom models.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endParaRPr lang="en-US" sz="2000">
              <a:latin typeface="Arial"/>
              <a:cs typeface="Arial"/>
            </a:endParaRPr>
          </a:p>
          <a:p>
            <a:pPr marL="342900" indent="-342900" eaLnBrk="1" hangingPunct="1"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endParaRPr lang="en-US" sz="2000" b="0" i="0" u="none" strike="noStrike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endParaRPr lang="en-US" sz="2000" b="0" i="0" u="none" strike="noStrike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defRPr/>
            </a:pPr>
            <a:endParaRPr lang="en-US" altLang="en-US" sz="2000">
              <a:latin typeface="Arial" pitchFamily="34" charset="0"/>
            </a:endParaRPr>
          </a:p>
          <a:p>
            <a:pPr eaLnBrk="1" hangingPunct="1">
              <a:defRPr/>
            </a:pPr>
            <a:endParaRPr lang="en-US" altLang="en-US" sz="2000">
              <a:latin typeface="Arial" pitchFamily="34" charset="0"/>
            </a:endParaRPr>
          </a:p>
          <a:p>
            <a:pPr eaLnBrk="1" hangingPunct="1">
              <a:defRPr/>
            </a:pPr>
            <a:endParaRPr lang="en-US" altLang="en-US" sz="2000" b="1">
              <a:latin typeface="Arial" pitchFamily="34" charset="0"/>
            </a:endParaRPr>
          </a:p>
          <a:p>
            <a:pPr eaLnBrk="1" hangingPunct="1">
              <a:defRPr/>
            </a:pPr>
            <a:endParaRPr lang="en-US" altLang="en-US" sz="2000">
              <a:latin typeface="Arial" pitchFamily="34" charset="0"/>
            </a:endParaRPr>
          </a:p>
          <a:p>
            <a:pPr eaLnBrk="1" hangingPunct="1">
              <a:defRPr/>
            </a:pPr>
            <a:endParaRPr lang="en-US" altLang="en-US" sz="2000" b="1">
              <a:latin typeface="Arial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9340C1-041F-EB83-FAE9-306BE67D5270}"/>
              </a:ext>
            </a:extLst>
          </p:cNvPr>
          <p:cNvSpPr txBox="1"/>
          <p:nvPr/>
        </p:nvSpPr>
        <p:spPr>
          <a:xfrm>
            <a:off x="660323" y="16606431"/>
            <a:ext cx="8718429" cy="1104180"/>
          </a:xfrm>
          <a:prstGeom prst="rect">
            <a:avLst/>
          </a:prstGeom>
          <a:solidFill>
            <a:srgbClr val="4F2783"/>
          </a:solidFill>
          <a:effectLst>
            <a:innerShdw blurRad="787400" dist="139700" dir="13500000">
              <a:srgbClr val="000000">
                <a:alpha val="50000"/>
              </a:srgbClr>
            </a:innerShdw>
          </a:effectLst>
        </p:spPr>
        <p:txBody>
          <a:bodyPr anchor="ctr"/>
          <a:lstStyle/>
          <a:p>
            <a:pPr algn="ctr">
              <a:defRPr/>
            </a:pPr>
            <a:r>
              <a:rPr lang="en-US" sz="4000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rPr>
              <a:t>Motivation</a:t>
            </a:r>
            <a:endParaRPr lang="en-US" sz="4000">
              <a:solidFill>
                <a:schemeClr val="bg1"/>
              </a:solidFill>
              <a:latin typeface="Arial Black"/>
              <a:ea typeface="ＭＳ Ｐゴシック" charset="0"/>
              <a:cs typeface="Arial Black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F5EA336-81C6-DC2C-0553-A07B2C204B9F}"/>
              </a:ext>
            </a:extLst>
          </p:cNvPr>
          <p:cNvSpPr txBox="1"/>
          <p:nvPr/>
        </p:nvSpPr>
        <p:spPr>
          <a:xfrm>
            <a:off x="593880" y="18101199"/>
            <a:ext cx="8728404" cy="1086494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40" tIns="91440" rIns="91440" bIns="91440" anchor="t"/>
          <a:lstStyle>
            <a:lvl1pPr eaLnBrk="0" hangingPunct="0"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38785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38785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38785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38785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marL="571500" indent="-571500" eaLnBrk="1" hangingPunct="1"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endParaRPr lang="en-US" altLang="en-US" sz="3600">
              <a:latin typeface="Arial" pitchFamily="34" charset="0"/>
              <a:cs typeface="Arial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7A000087-7D5A-863A-5163-8B67E8BA87C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999"/>
          <a:stretch>
            <a:fillRect/>
          </a:stretch>
        </p:blipFill>
        <p:spPr>
          <a:xfrm>
            <a:off x="10586412" y="8753614"/>
            <a:ext cx="7122404" cy="7096654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3A5848C6-9841-1077-B652-AF8127E4F0E7}"/>
              </a:ext>
            </a:extLst>
          </p:cNvPr>
          <p:cNvSpPr txBox="1"/>
          <p:nvPr/>
        </p:nvSpPr>
        <p:spPr>
          <a:xfrm>
            <a:off x="25887665" y="7260760"/>
            <a:ext cx="7924800" cy="217098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40" tIns="91440" rIns="91440" bIns="91440" anchor="t"/>
          <a:lstStyle>
            <a:lvl1pPr eaLnBrk="0" hangingPunct="0"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38785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38785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38785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38785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marL="0" marR="0" lvl="0" indent="0" algn="l" defTabSz="4386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200" b="1">
                <a:solidFill>
                  <a:prstClr val="black"/>
                </a:solidFill>
                <a:latin typeface="Arial"/>
                <a:ea typeface="MS PGothic"/>
                <a:cs typeface="Arial"/>
              </a:rPr>
              <a:t>C</a:t>
            </a:r>
            <a:r>
              <a:rPr kumimoji="0" lang="en-US" altLang="en-US" sz="3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/>
                <a:cs typeface="Arial"/>
              </a:rPr>
              <a:t>alibration</a:t>
            </a:r>
            <a:r>
              <a:rPr kumimoji="0" lang="en-US" altLang="en-US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/>
                <a:cs typeface="Arial"/>
              </a:rPr>
              <a:t> Module</a:t>
            </a:r>
            <a:endParaRPr lang="en-US" altLang="en-US" sz="2000">
              <a:solidFill>
                <a:prstClr val="black"/>
              </a:solidFill>
              <a:latin typeface="Arial"/>
              <a:ea typeface="MS PGothic"/>
              <a:cs typeface="Arial"/>
            </a:endParaRPr>
          </a:p>
          <a:p>
            <a:pPr marL="0" marR="0" lvl="0" indent="0" algn="l" defTabSz="4386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/>
                <a:cs typeface="Arial"/>
              </a:rPr>
              <a:t>Stylus Calib</a:t>
            </a:r>
            <a:r>
              <a:rPr lang="en-US" altLang="en-US" sz="2800" b="1">
                <a:solidFill>
                  <a:prstClr val="black"/>
                </a:solidFill>
                <a:latin typeface="Arial"/>
                <a:ea typeface="MS PGothic"/>
                <a:cs typeface="Arial"/>
              </a:rPr>
              <a:t>ration</a:t>
            </a:r>
          </a:p>
          <a:p>
            <a:pPr marL="0" marR="0" lvl="0" indent="0" algn="l" defTabSz="4386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lang="en-US" altLang="en-US" sz="2600" b="1">
              <a:solidFill>
                <a:prstClr val="black"/>
              </a:solidFill>
              <a:latin typeface="Arial"/>
              <a:ea typeface="MS PGothic"/>
              <a:cs typeface="Arial"/>
            </a:endParaRPr>
          </a:p>
          <a:p>
            <a:pPr marL="0" marR="0" lvl="0" indent="0" algn="l" defTabSz="4386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lang="en-US" altLang="en-US" sz="2600" b="1">
              <a:solidFill>
                <a:prstClr val="black"/>
              </a:solidFill>
              <a:latin typeface="Arial"/>
              <a:ea typeface="MS PGothic"/>
              <a:cs typeface="Arial"/>
            </a:endParaRPr>
          </a:p>
          <a:p>
            <a:pPr marL="0" marR="0" lvl="0" indent="0" algn="l" defTabSz="4386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lang="en-US" altLang="en-US" sz="2600" b="1">
              <a:solidFill>
                <a:prstClr val="black"/>
              </a:solidFill>
              <a:latin typeface="Arial"/>
              <a:ea typeface="MS PGothic"/>
              <a:cs typeface="Arial"/>
            </a:endParaRPr>
          </a:p>
          <a:p>
            <a:pPr marL="0" marR="0" lvl="0" indent="0" algn="l" defTabSz="4386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lang="en-US" altLang="en-US" sz="2600" b="1">
              <a:solidFill>
                <a:prstClr val="black"/>
              </a:solidFill>
              <a:latin typeface="Arial"/>
              <a:ea typeface="MS PGothic"/>
              <a:cs typeface="Arial"/>
            </a:endParaRPr>
          </a:p>
          <a:p>
            <a:pPr marL="0" marR="0" lvl="0" indent="0" algn="l" defTabSz="4386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lang="en-US" altLang="en-US" sz="2600" b="1">
              <a:solidFill>
                <a:prstClr val="black"/>
              </a:solidFill>
              <a:latin typeface="Arial"/>
              <a:ea typeface="MS PGothic"/>
              <a:cs typeface="Arial"/>
            </a:endParaRPr>
          </a:p>
          <a:p>
            <a:pPr marL="0" marR="0" lvl="0" indent="0" algn="l" defTabSz="4386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lang="en-US" altLang="en-US" sz="2600" b="1">
              <a:solidFill>
                <a:prstClr val="black"/>
              </a:solidFill>
              <a:latin typeface="Arial"/>
              <a:ea typeface="MS PGothic"/>
              <a:cs typeface="Arial"/>
            </a:endParaRPr>
          </a:p>
          <a:p>
            <a:pPr marL="0" marR="0" lvl="0" indent="0" algn="l" defTabSz="4386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lang="en-US" altLang="en-US" sz="2600" b="1">
              <a:solidFill>
                <a:prstClr val="black"/>
              </a:solidFill>
              <a:latin typeface="Arial"/>
              <a:ea typeface="MS PGothic"/>
              <a:cs typeface="Arial"/>
            </a:endParaRP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effectLst/>
                <a:latin typeface="Arial"/>
                <a:ea typeface="MS PGothic"/>
                <a:cs typeface="Arial"/>
              </a:rPr>
              <a:t>Checkerboard corner detection</a:t>
            </a:r>
          </a:p>
          <a:p>
            <a:pPr marL="914400" indent="-457200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Camera parameters estimated</a:t>
            </a:r>
            <a:endParaRPr lang="en-US" sz="2800" b="0" i="0" u="none" strike="noStrike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indent="-457200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Lens distortion corrected</a:t>
            </a:r>
            <a:endParaRPr lang="en-US" sz="2800" b="0" i="0" u="none" strike="noStrike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4386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800" b="1">
                <a:solidFill>
                  <a:prstClr val="black"/>
                </a:solidFill>
                <a:latin typeface="Arial"/>
                <a:ea typeface="MS PGothic"/>
                <a:cs typeface="Arial"/>
              </a:rPr>
              <a:t>Axial Calibration</a:t>
            </a:r>
          </a:p>
          <a:p>
            <a:pPr marL="914400" marR="0" lvl="0" indent="-457200" algn="l" defTabSz="4386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Arial"/>
              </a:rPr>
              <a:t>This method identifies the center of the stylus ball by rotating it around a fixed point.</a:t>
            </a:r>
            <a:endParaRPr lang="en-US" altLang="en-US" sz="2600" b="1">
              <a:solidFill>
                <a:prstClr val="black"/>
              </a:solidFill>
              <a:latin typeface="Arial"/>
              <a:ea typeface="MS PGothic"/>
              <a:cs typeface="Arial"/>
            </a:endParaRPr>
          </a:p>
          <a:p>
            <a:pPr eaLnBrk="1" hangingPunct="1">
              <a:spcAft>
                <a:spcPts val="800"/>
              </a:spcAft>
              <a:defRPr/>
            </a:pPr>
            <a:r>
              <a:rPr lang="en-US" altLang="en-US" sz="2800" b="1">
                <a:solidFill>
                  <a:prstClr val="black"/>
                </a:solidFill>
                <a:latin typeface="Arial"/>
                <a:ea typeface="MS PGothic"/>
                <a:cs typeface="Arial"/>
              </a:rPr>
              <a:t>Pivot Calibration</a:t>
            </a:r>
          </a:p>
          <a:p>
            <a:pPr marL="914400" marR="0" lvl="0" indent="-457200" algn="l" defTabSz="4386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Estimates offset of tracked stylus body and physical tip by rotation around a fixed point</a:t>
            </a:r>
            <a:endParaRPr lang="en-US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Aft>
                <a:spcPts val="800"/>
              </a:spcAft>
              <a:defRPr/>
            </a:pPr>
            <a:r>
              <a:rPr lang="en-US" altLang="en-US" sz="2800" b="1">
                <a:solidFill>
                  <a:prstClr val="black"/>
                </a:solidFill>
                <a:latin typeface="Arial"/>
                <a:ea typeface="MS PGothic"/>
                <a:cs typeface="Arial"/>
              </a:rPr>
              <a:t>Hand-eye Calibration</a:t>
            </a:r>
          </a:p>
          <a:p>
            <a:pPr eaLnBrk="1" hangingPunct="1">
              <a:spcAft>
                <a:spcPts val="800"/>
              </a:spcAft>
              <a:defRPr/>
            </a:pPr>
            <a:endParaRPr lang="en-US" altLang="en-US" sz="2600" b="1">
              <a:solidFill>
                <a:prstClr val="black"/>
              </a:solidFill>
              <a:latin typeface="Arial"/>
              <a:ea typeface="MS PGothic"/>
              <a:cs typeface="Arial"/>
            </a:endParaRPr>
          </a:p>
          <a:p>
            <a:pPr eaLnBrk="1" hangingPunct="1">
              <a:spcAft>
                <a:spcPts val="800"/>
              </a:spcAft>
              <a:defRPr/>
            </a:pPr>
            <a:endParaRPr lang="en-US" altLang="en-US" sz="2600" b="1">
              <a:solidFill>
                <a:prstClr val="black"/>
              </a:solidFill>
              <a:latin typeface="Arial"/>
              <a:ea typeface="MS PGothic"/>
              <a:cs typeface="Arial"/>
            </a:endParaRPr>
          </a:p>
          <a:p>
            <a:pPr eaLnBrk="1" hangingPunct="1">
              <a:spcAft>
                <a:spcPts val="800"/>
              </a:spcAft>
              <a:defRPr/>
            </a:pPr>
            <a:endParaRPr lang="en-US" altLang="en-US" sz="2600" b="1">
              <a:solidFill>
                <a:prstClr val="black"/>
              </a:solidFill>
              <a:latin typeface="Arial"/>
              <a:ea typeface="MS PGothic"/>
              <a:cs typeface="Arial"/>
            </a:endParaRPr>
          </a:p>
          <a:p>
            <a:pPr eaLnBrk="1" hangingPunct="1">
              <a:spcAft>
                <a:spcPts val="800"/>
              </a:spcAft>
              <a:defRPr/>
            </a:pPr>
            <a:endParaRPr lang="en-US" altLang="en-US" sz="2600" b="1">
              <a:solidFill>
                <a:prstClr val="black"/>
              </a:solidFill>
              <a:latin typeface="Arial"/>
              <a:ea typeface="MS PGothic"/>
              <a:cs typeface="Arial"/>
            </a:endParaRPr>
          </a:p>
          <a:p>
            <a:pPr eaLnBrk="1" hangingPunct="1">
              <a:spcAft>
                <a:spcPts val="800"/>
              </a:spcAft>
              <a:defRPr/>
            </a:pPr>
            <a:endParaRPr lang="en-US" altLang="en-US" sz="2600" b="1">
              <a:solidFill>
                <a:prstClr val="black"/>
              </a:solidFill>
              <a:latin typeface="Arial"/>
              <a:ea typeface="MS PGothic"/>
              <a:cs typeface="Arial"/>
            </a:endParaRPr>
          </a:p>
          <a:p>
            <a:pPr eaLnBrk="1" hangingPunct="1">
              <a:spcAft>
                <a:spcPts val="800"/>
              </a:spcAft>
              <a:defRPr/>
            </a:pPr>
            <a:endParaRPr lang="en-US" altLang="en-US" sz="2600" b="1">
              <a:solidFill>
                <a:prstClr val="black"/>
              </a:solidFill>
              <a:latin typeface="Arial"/>
              <a:ea typeface="MS PGothic"/>
              <a:cs typeface="Arial"/>
            </a:endParaRPr>
          </a:p>
          <a:p>
            <a:pPr eaLnBrk="1" hangingPunct="1">
              <a:spcAft>
                <a:spcPts val="800"/>
              </a:spcAft>
              <a:defRPr/>
            </a:pPr>
            <a:endParaRPr lang="en-US" altLang="en-US" sz="2600" b="1">
              <a:solidFill>
                <a:prstClr val="black"/>
              </a:solidFill>
              <a:latin typeface="Arial"/>
              <a:ea typeface="MS PGothic"/>
              <a:cs typeface="Arial"/>
            </a:endParaRPr>
          </a:p>
          <a:p>
            <a:pPr marL="0" marR="0" lvl="0" indent="0" algn="l" defTabSz="4386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lang="en-US" altLang="en-US" sz="2600" b="1">
              <a:solidFill>
                <a:prstClr val="black"/>
              </a:solidFill>
              <a:latin typeface="Arial"/>
              <a:ea typeface="MS PGothic"/>
              <a:cs typeface="Arial"/>
            </a:endParaRPr>
          </a:p>
          <a:p>
            <a:pPr marL="0" marR="0" lvl="0" indent="0" algn="l" defTabSz="4386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lang="en-US" altLang="en-US" sz="2600" b="1">
              <a:solidFill>
                <a:prstClr val="black"/>
              </a:solidFill>
              <a:latin typeface="Arial"/>
              <a:ea typeface="MS PGothic"/>
              <a:cs typeface="Arial"/>
            </a:endParaRPr>
          </a:p>
          <a:p>
            <a:pPr marL="914400" marR="0" lvl="0" indent="-457200" algn="l" defTabSz="4386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800">
                <a:solidFill>
                  <a:srgbClr val="000000"/>
                </a:solidFill>
                <a:latin typeface="Arial"/>
                <a:ea typeface="MS PGothic"/>
                <a:cs typeface="Arial"/>
              </a:rPr>
              <a:t>C</a:t>
            </a:r>
            <a:r>
              <a:rPr kumimoji="0" lang="en-US" altLang="en-US" sz="2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Arial"/>
              </a:rPr>
              <a:t>omputes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Arial"/>
              </a:rPr>
              <a:t> transform between tracker and camera for accurate live camera-image overlay</a:t>
            </a:r>
            <a:endParaRPr lang="en-US" altLang="en-US" sz="2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MS PGothic"/>
              <a:cs typeface="Arial"/>
            </a:endParaRPr>
          </a:p>
          <a:p>
            <a:pPr marL="914400" indent="-457200">
              <a:buFont typeface="Arial" panose="020B0604020202020204" pitchFamily="34" charset="0"/>
              <a:buChar char="•"/>
              <a:defRPr/>
            </a:pPr>
            <a:endParaRPr lang="en-US" altLang="en-US" sz="3200">
              <a:solidFill>
                <a:prstClr val="black"/>
              </a:solidFill>
              <a:latin typeface="Arial"/>
              <a:ea typeface="MS PGothic"/>
              <a:cs typeface="Arial"/>
            </a:endParaRPr>
          </a:p>
          <a:p>
            <a:pPr marL="0" marR="0" lvl="0" indent="0" algn="l" defTabSz="4386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800" b="1" err="1">
                <a:solidFill>
                  <a:prstClr val="black"/>
                </a:solidFill>
                <a:latin typeface="Arial"/>
                <a:ea typeface="MS PGothic"/>
                <a:cs typeface="Arial"/>
              </a:rPr>
              <a:t>ArUco</a:t>
            </a:r>
            <a:r>
              <a:rPr lang="en-US" altLang="en-US" sz="2800" b="1">
                <a:solidFill>
                  <a:prstClr val="black"/>
                </a:solidFill>
                <a:latin typeface="Arial"/>
                <a:ea typeface="MS PGothic"/>
                <a:cs typeface="Arial"/>
              </a:rPr>
              <a:t> Stylus Tracking</a:t>
            </a:r>
          </a:p>
          <a:p>
            <a:pPr marL="0" marR="0" lvl="0" indent="0" algn="l" defTabSz="4386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lang="en-US" altLang="en-US" sz="2600" b="1">
              <a:solidFill>
                <a:prstClr val="black"/>
              </a:solidFill>
              <a:latin typeface="Arial"/>
              <a:ea typeface="MS PGothic"/>
              <a:cs typeface="Arial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0DA98DE-B3E2-9200-4215-DBA5D3F031AF}"/>
              </a:ext>
            </a:extLst>
          </p:cNvPr>
          <p:cNvSpPr txBox="1"/>
          <p:nvPr/>
        </p:nvSpPr>
        <p:spPr>
          <a:xfrm>
            <a:off x="17995194" y="7273460"/>
            <a:ext cx="7924800" cy="217098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91440" bIns="91440"/>
          <a:lstStyle>
            <a:lvl1pPr eaLnBrk="0" hangingPunct="0"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38785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38785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38785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38785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marL="0" marR="0" lvl="0" indent="0" algn="l" defTabSz="4386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/>
                <a:cs typeface="Arial"/>
              </a:rPr>
              <a:t>Code Flow Diagram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MS PGothic"/>
              <a:cs typeface="Arial"/>
            </a:endParaRPr>
          </a:p>
        </p:txBody>
      </p:sp>
      <p:pic>
        <p:nvPicPr>
          <p:cNvPr id="13323" name="Picture 11">
            <a:extLst>
              <a:ext uri="{FF2B5EF4-FFF2-40B4-BE49-F238E27FC236}">
                <a16:creationId xmlns:a16="http://schemas.microsoft.com/office/drawing/2014/main" id="{0CD848BC-3239-0293-9629-A7E133564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8300" y="17131764"/>
            <a:ext cx="5122530" cy="11666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ultrasound of a baby&#10;&#10;AI-generated content may be incorrect.">
            <a:extLst>
              <a:ext uri="{FF2B5EF4-FFF2-40B4-BE49-F238E27FC236}">
                <a16:creationId xmlns:a16="http://schemas.microsoft.com/office/drawing/2014/main" id="{9EB7EF94-A81F-321A-014E-9FB451471D0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97" t="124" r="7638" b="568"/>
          <a:stretch>
            <a:fillRect/>
          </a:stretch>
        </p:blipFill>
        <p:spPr>
          <a:xfrm>
            <a:off x="358066" y="7325643"/>
            <a:ext cx="5471049" cy="3383258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4" name="Picture 3" descr="A black and white image of a rock&#10;&#10;AI-generated content may be incorrect.">
            <a:extLst>
              <a:ext uri="{FF2B5EF4-FFF2-40B4-BE49-F238E27FC236}">
                <a16:creationId xmlns:a16="http://schemas.microsoft.com/office/drawing/2014/main" id="{46C225C9-2331-7D2E-7498-DA70A00F7F8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9000" contrast="6000"/>
                    </a14:imgEffect>
                  </a14:imgLayer>
                </a14:imgProps>
              </a:ext>
            </a:extLst>
          </a:blip>
          <a:srcRect l="12253" t="186" r="16996" b="520"/>
          <a:stretch>
            <a:fillRect/>
          </a:stretch>
        </p:blipFill>
        <p:spPr>
          <a:xfrm>
            <a:off x="4642596" y="8990483"/>
            <a:ext cx="4942978" cy="3163527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30D845B-8CC0-F472-1B43-793232234114}"/>
              </a:ext>
            </a:extLst>
          </p:cNvPr>
          <p:cNvSpPr txBox="1"/>
          <p:nvPr/>
        </p:nvSpPr>
        <p:spPr>
          <a:xfrm>
            <a:off x="782219" y="11629953"/>
            <a:ext cx="3865484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Hard 3D mental reconstruction.</a:t>
            </a:r>
            <a:endParaRPr lang="en-US" sz="2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/>
              <a:buChar char="•"/>
            </a:pPr>
            <a:r>
              <a:rPr lang="en-US" sz="280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Misses surrounding structure views.</a:t>
            </a:r>
          </a:p>
          <a:p>
            <a:pPr marL="342900" indent="-342900">
              <a:buFont typeface="Arial"/>
              <a:buChar char="•"/>
            </a:pPr>
            <a:r>
              <a:rPr lang="en-US" sz="280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Costly, bulky, specialized software.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566230-C727-5D2D-4BC6-889B53E0A4C4}"/>
              </a:ext>
            </a:extLst>
          </p:cNvPr>
          <p:cNvSpPr txBox="1"/>
          <p:nvPr/>
        </p:nvSpPr>
        <p:spPr>
          <a:xfrm>
            <a:off x="4629228" y="12973734"/>
            <a:ext cx="4359753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Precise frame coordinates.</a:t>
            </a:r>
            <a:endParaRPr lang="en-US" sz="2800" b="1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 marL="457200" indent="-457200">
              <a:buFont typeface="Arial"/>
              <a:buChar char="•"/>
            </a:pPr>
            <a:r>
              <a:rPr lang="en-US" sz="280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Coordinated surgical guidance.</a:t>
            </a:r>
          </a:p>
          <a:p>
            <a:pPr marL="457200" indent="-457200">
              <a:buFont typeface="Arial"/>
              <a:buChar char="•"/>
            </a:pPr>
            <a:r>
              <a:rPr lang="en-US" sz="280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Lightweight, customizable, open-source alternative.</a:t>
            </a:r>
          </a:p>
        </p:txBody>
      </p:sp>
      <p:pic>
        <p:nvPicPr>
          <p:cNvPr id="15" name="Graphic 14" descr="6DoF icon">
            <a:extLst>
              <a:ext uri="{FF2B5EF4-FFF2-40B4-BE49-F238E27FC236}">
                <a16:creationId xmlns:a16="http://schemas.microsoft.com/office/drawing/2014/main" id="{DD2A42F2-FCD7-B654-7B47-6FE2281A89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95193" y="14476733"/>
            <a:ext cx="1652780" cy="1571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8A77DAA-282A-6547-AB6B-50AB4BD57CA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67823" y="10136065"/>
            <a:ext cx="3925342" cy="402554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F543E43-DC00-5DD6-9A94-CFE2DC8BB57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594114" y="10169158"/>
            <a:ext cx="4390328" cy="3958119"/>
          </a:xfrm>
          <a:prstGeom prst="rect">
            <a:avLst/>
          </a:prstGeom>
        </p:spPr>
      </p:pic>
      <p:sp>
        <p:nvSpPr>
          <p:cNvPr id="19" name="TextBox 43">
            <a:extLst>
              <a:ext uri="{FF2B5EF4-FFF2-40B4-BE49-F238E27FC236}">
                <a16:creationId xmlns:a16="http://schemas.microsoft.com/office/drawing/2014/main" id="{36A71782-DA26-4E1A-D97E-651D61B6B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94775" y="14300553"/>
            <a:ext cx="8924936" cy="536275"/>
          </a:xfrm>
          <a:prstGeom prst="rect">
            <a:avLst/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tIns="91440" bIns="91440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15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13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1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3878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3878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3878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3878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Figure 3: </a:t>
            </a:r>
            <a:r>
              <a:rPr lang="en-US" altLang="en-US" sz="2000">
                <a:latin typeface="Arial" panose="020B0604020202020204" pitchFamily="34" charset="0"/>
              </a:rPr>
              <a:t>Torso CT Scan Rendering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70C444-8EBA-A4FA-8E68-5049C39737C2}"/>
              </a:ext>
            </a:extLst>
          </p:cNvPr>
          <p:cNvSpPr txBox="1"/>
          <p:nvPr/>
        </p:nvSpPr>
        <p:spPr>
          <a:xfrm>
            <a:off x="13197156" y="15531136"/>
            <a:ext cx="4361108" cy="76944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Arial"/>
                <a:ea typeface="MS PGothic"/>
                <a:cs typeface="Arial"/>
              </a:rPr>
              <a:t>Frame Grabber </a:t>
            </a:r>
            <a:endParaRPr lang="en-US" sz="2400">
              <a:ea typeface="MS PGothic"/>
              <a:cs typeface="Calibri" panose="020F0502020204030204" pitchFamily="34" charset="0"/>
            </a:endParaRPr>
          </a:p>
          <a:p>
            <a:r>
              <a:rPr lang="en-US" sz="2000">
                <a:latin typeface="Arial"/>
                <a:ea typeface="MS PGothic"/>
                <a:cs typeface="Arial"/>
              </a:rPr>
              <a:t>Combines tracking data with images.</a:t>
            </a:r>
            <a:endParaRPr lang="en-US" sz="2000">
              <a:ea typeface="MS PGothic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4E00F53B-7B52-C640-0117-44064B5C6083}"/>
                  </a:ext>
                </a:extLst>
              </p14:cNvPr>
              <p14:cNvContentPartPr/>
              <p14:nvPr/>
            </p14:nvContentPartPr>
            <p14:xfrm>
              <a:off x="13446774" y="9573898"/>
              <a:ext cx="308683" cy="807735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4E00F53B-7B52-C640-0117-44064B5C608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428806" y="9555908"/>
                <a:ext cx="344259" cy="8433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D6971A0-A9C6-7DA0-1691-749387DC8DAE}"/>
                  </a:ext>
                </a:extLst>
              </p14:cNvPr>
              <p14:cNvContentPartPr/>
              <p14:nvPr/>
            </p14:nvContentPartPr>
            <p14:xfrm>
              <a:off x="10338582" y="12119819"/>
              <a:ext cx="492406" cy="2219324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D6971A0-A9C6-7DA0-1691-749387DC8DA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320598" y="12101823"/>
                <a:ext cx="528015" cy="2254957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E4AF8D74-C220-79D4-6F30-7D64AB685838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9562" r="3094"/>
          <a:stretch>
            <a:fillRect/>
          </a:stretch>
        </p:blipFill>
        <p:spPr>
          <a:xfrm>
            <a:off x="34469819" y="15818765"/>
            <a:ext cx="4079060" cy="377969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3C7E89E-7E53-DE35-5D9B-BDE7B93BD5DC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8935" r="7432"/>
          <a:stretch>
            <a:fillRect/>
          </a:stretch>
        </p:blipFill>
        <p:spPr>
          <a:xfrm>
            <a:off x="38759377" y="15804016"/>
            <a:ext cx="4181321" cy="374995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4A71784-EFE9-A93A-E07C-0AB80EAF513F}"/>
                  </a:ext>
                </a:extLst>
              </p14:cNvPr>
              <p14:cNvContentPartPr/>
              <p14:nvPr/>
            </p14:nvContentPartPr>
            <p14:xfrm>
              <a:off x="13661669" y="14968109"/>
              <a:ext cx="223096" cy="569911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4A71784-EFE9-A93A-E07C-0AB80EAF513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3643706" y="14950119"/>
                <a:ext cx="258662" cy="60553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43">
            <a:extLst>
              <a:ext uri="{FF2B5EF4-FFF2-40B4-BE49-F238E27FC236}">
                <a16:creationId xmlns:a16="http://schemas.microsoft.com/office/drawing/2014/main" id="{C1804294-F806-15BA-200F-6C58CB6C59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67823" y="19614075"/>
            <a:ext cx="8740129" cy="490074"/>
          </a:xfrm>
          <a:prstGeom prst="rect">
            <a:avLst/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tIns="91440" bIns="91440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15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13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1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3878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3878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3878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3878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Figure 4: </a:t>
            </a:r>
            <a:r>
              <a:rPr lang="en-US" altLang="en-US" sz="2000">
                <a:latin typeface="Arial" panose="020B0604020202020204" pitchFamily="34" charset="0"/>
              </a:rPr>
              <a:t>Liver with </a:t>
            </a:r>
            <a:r>
              <a:rPr lang="en-US" altLang="en-US" sz="2000" err="1">
                <a:latin typeface="Arial" panose="020B0604020202020204" pitchFamily="34" charset="0"/>
              </a:rPr>
              <a:t>Tumours</a:t>
            </a:r>
            <a:r>
              <a:rPr lang="en-US" altLang="en-US" sz="2000">
                <a:latin typeface="Arial" panose="020B0604020202020204" pitchFamily="34" charset="0"/>
              </a:rPr>
              <a:t> Transfer Function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878155A-BFF7-A7E2-12A3-35C1A14F7985}"/>
                  </a:ext>
                </a:extLst>
              </p14:cNvPr>
              <p14:cNvContentPartPr/>
              <p14:nvPr/>
            </p14:nvContentPartPr>
            <p14:xfrm>
              <a:off x="13629166" y="14941069"/>
              <a:ext cx="135956" cy="113725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878155A-BFF7-A7E2-12A3-35C1A14F798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3611182" y="14923131"/>
                <a:ext cx="171564" cy="1492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3727996-516A-CF4A-5F2F-DBCE5F4C908B}"/>
                  </a:ext>
                </a:extLst>
              </p14:cNvPr>
              <p14:cNvContentPartPr/>
              <p14:nvPr/>
            </p14:nvContentPartPr>
            <p14:xfrm>
              <a:off x="13690855" y="14611768"/>
              <a:ext cx="35752" cy="16233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3727996-516A-CF4A-5F2F-DBCE5F4C908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3672979" y="14594123"/>
                <a:ext cx="71146" cy="511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89BDBA21-5B35-9561-F098-A5D4B067470A}"/>
                  </a:ext>
                </a:extLst>
              </p14:cNvPr>
              <p14:cNvContentPartPr/>
              <p14:nvPr/>
            </p14:nvContentPartPr>
            <p14:xfrm>
              <a:off x="10747362" y="14205691"/>
              <a:ext cx="82075" cy="134277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89BDBA21-5B35-9561-F098-A5D4B067470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729442" y="14187740"/>
                <a:ext cx="117557" cy="1698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C507158-E769-5E0B-186E-AF05128CF424}"/>
                  </a:ext>
                </a:extLst>
              </p14:cNvPr>
              <p14:cNvContentPartPr/>
              <p14:nvPr/>
            </p14:nvContentPartPr>
            <p14:xfrm>
              <a:off x="16103856" y="14187981"/>
              <a:ext cx="25282" cy="25282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C507158-E769-5E0B-186E-AF05128CF42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4839756" y="12923881"/>
                <a:ext cx="2528200" cy="252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542B2A2D-366C-FA1A-2AA8-58E6CF124D4B}"/>
                  </a:ext>
                </a:extLst>
              </p14:cNvPr>
              <p14:cNvContentPartPr/>
              <p14:nvPr/>
            </p14:nvContentPartPr>
            <p14:xfrm>
              <a:off x="18892881" y="13204119"/>
              <a:ext cx="25282" cy="25282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542B2A2D-366C-FA1A-2AA8-58E6CF124D4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7628781" y="11940019"/>
                <a:ext cx="2528200" cy="252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0BE255CC-2012-B221-9812-1B0ED5526A46}"/>
                  </a:ext>
                </a:extLst>
              </p14:cNvPr>
              <p14:cNvContentPartPr/>
              <p14:nvPr/>
            </p14:nvContentPartPr>
            <p14:xfrm>
              <a:off x="12129989" y="11050822"/>
              <a:ext cx="25282" cy="25282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0BE255CC-2012-B221-9812-1B0ED5526A4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865889" y="9786722"/>
                <a:ext cx="2528200" cy="252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BD6B39B-1094-A49D-4F15-A16ACADD1F3C}"/>
                  </a:ext>
                </a:extLst>
              </p14:cNvPr>
              <p14:cNvContentPartPr/>
              <p14:nvPr/>
            </p14:nvContentPartPr>
            <p14:xfrm>
              <a:off x="13843501" y="17721965"/>
              <a:ext cx="25282" cy="25282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BD6B39B-1094-A49D-4F15-A16ACADD1F3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2579401" y="16457865"/>
                <a:ext cx="2528200" cy="2528200"/>
              </a:xfrm>
              <a:prstGeom prst="rect">
                <a:avLst/>
              </a:prstGeom>
            </p:spPr>
          </p:pic>
        </mc:Fallback>
      </mc:AlternateContent>
      <p:pic>
        <p:nvPicPr>
          <p:cNvPr id="41" name="Picture 40">
            <a:extLst>
              <a:ext uri="{FF2B5EF4-FFF2-40B4-BE49-F238E27FC236}">
                <a16:creationId xmlns:a16="http://schemas.microsoft.com/office/drawing/2014/main" id="{433CEBF0-F108-30C4-69EA-1AC3A5C99F97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5642711" y="24676195"/>
            <a:ext cx="5610233" cy="4019034"/>
          </a:xfrm>
          <a:prstGeom prst="rect">
            <a:avLst/>
          </a:prstGeom>
        </p:spPr>
      </p:pic>
      <p:sp>
        <p:nvSpPr>
          <p:cNvPr id="42" name="TextBox 43">
            <a:extLst>
              <a:ext uri="{FF2B5EF4-FFF2-40B4-BE49-F238E27FC236}">
                <a16:creationId xmlns:a16="http://schemas.microsoft.com/office/drawing/2014/main" id="{1B167638-E21A-97D8-0073-EA44FC50CB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58430" y="28742701"/>
            <a:ext cx="7186727" cy="536273"/>
          </a:xfrm>
          <a:prstGeom prst="rect">
            <a:avLst/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tIns="91440" bIns="91440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15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13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1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3878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3878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3878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3878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Figure 5: </a:t>
            </a:r>
            <a:r>
              <a:rPr lang="en-US" altLang="en-US" sz="2000">
                <a:latin typeface="Arial" panose="020B0604020202020204" pitchFamily="34" charset="0"/>
              </a:rPr>
              <a:t>Phantom Scan Recorded Quickly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D75C6DC-2F6E-1CDF-C65B-556D8C515B62}"/>
              </a:ext>
            </a:extLst>
          </p:cNvPr>
          <p:cNvSpPr txBox="1"/>
          <p:nvPr/>
        </p:nvSpPr>
        <p:spPr>
          <a:xfrm>
            <a:off x="792154" y="11060817"/>
            <a:ext cx="346200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latin typeface="Calibri"/>
                <a:ea typeface="Calibri"/>
                <a:cs typeface="Calibri"/>
              </a:rPr>
              <a:t>2D Frame Limitations:</a:t>
            </a:r>
            <a:endParaRPr lang="en-US" sz="2800">
              <a:cs typeface="Calibri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F83D7B-65A2-7D70-D148-3B1255184F0E}"/>
              </a:ext>
            </a:extLst>
          </p:cNvPr>
          <p:cNvSpPr txBox="1"/>
          <p:nvPr/>
        </p:nvSpPr>
        <p:spPr>
          <a:xfrm>
            <a:off x="4635568" y="12450293"/>
            <a:ext cx="466490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latin typeface="Calibri"/>
                <a:ea typeface="Calibri"/>
                <a:cs typeface="Calibri"/>
              </a:rPr>
              <a:t>3D Reconstruction Solution: </a:t>
            </a:r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3FFA1C-03E2-BE8C-A9D2-D5E16BFC43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87" t="2119" b="25306"/>
          <a:stretch>
            <a:fillRect/>
          </a:stretch>
        </p:blipFill>
        <p:spPr bwMode="auto">
          <a:xfrm>
            <a:off x="26392630" y="8444052"/>
            <a:ext cx="6697685" cy="3384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98D54D3-2C95-C0A8-5D35-A5A104BC0C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0777" y="16853013"/>
            <a:ext cx="5370083" cy="4346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A32752E-D6E5-61AD-EB8F-861DA06D66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09"/>
          <a:stretch>
            <a:fillRect/>
          </a:stretch>
        </p:blipFill>
        <p:spPr bwMode="auto">
          <a:xfrm>
            <a:off x="28897370" y="23644008"/>
            <a:ext cx="4706574" cy="5095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1B27710-B8DB-FE9D-3D9B-BACDB8A293CD}"/>
              </a:ext>
            </a:extLst>
          </p:cNvPr>
          <p:cNvSpPr txBox="1"/>
          <p:nvPr/>
        </p:nvSpPr>
        <p:spPr>
          <a:xfrm>
            <a:off x="12126523" y="8759690"/>
            <a:ext cx="2603636" cy="76944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Arial"/>
                <a:ea typeface="MS PGothic"/>
                <a:cs typeface="Arial"/>
              </a:rPr>
              <a:t>Ultrasound Wand</a:t>
            </a:r>
            <a:endParaRPr lang="en-US" sz="2400">
              <a:ea typeface="MS PGothic"/>
              <a:cs typeface="Calibri"/>
            </a:endParaRPr>
          </a:p>
          <a:p>
            <a:r>
              <a:rPr lang="en-US" sz="2000">
                <a:latin typeface="Arial"/>
                <a:ea typeface="MS PGothic"/>
                <a:cs typeface="Arial"/>
              </a:rPr>
              <a:t>2D Image stream.</a:t>
            </a:r>
            <a:endParaRPr lang="en-US" sz="2000">
              <a:ea typeface="MS PGothic"/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33D71E-CB6A-E32A-006F-F2A50F5D9923}"/>
              </a:ext>
            </a:extLst>
          </p:cNvPr>
          <p:cNvSpPr txBox="1"/>
          <p:nvPr/>
        </p:nvSpPr>
        <p:spPr>
          <a:xfrm>
            <a:off x="10044634" y="11328168"/>
            <a:ext cx="3183737" cy="76944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Arial"/>
                <a:ea typeface="MS PGothic"/>
                <a:cs typeface="Arial"/>
              </a:rPr>
              <a:t>NDI Aurora Tracker </a:t>
            </a:r>
            <a:endParaRPr lang="en-US" sz="2400">
              <a:ea typeface="MS PGothic"/>
              <a:cs typeface="Calibri"/>
            </a:endParaRPr>
          </a:p>
          <a:p>
            <a:r>
              <a:rPr lang="en-US" sz="2000">
                <a:latin typeface="Arial"/>
                <a:ea typeface="MS PGothic"/>
                <a:cs typeface="Arial"/>
              </a:rPr>
              <a:t>Spatial coordinate system.</a:t>
            </a:r>
            <a:endParaRPr lang="en-US" sz="2000">
              <a:ea typeface="MS PGothic"/>
              <a:cs typeface="Calibri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03F7378-3730-3F04-4253-4F466A593B26}"/>
              </a:ext>
            </a:extLst>
          </p:cNvPr>
          <p:cNvSpPr txBox="1"/>
          <p:nvPr/>
        </p:nvSpPr>
        <p:spPr>
          <a:xfrm>
            <a:off x="25393367" y="23644008"/>
            <a:ext cx="3504003" cy="35394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914400" marR="0" lvl="0" indent="-457200" algn="l" defTabSz="4386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800" err="1">
                <a:solidFill>
                  <a:srgbClr val="000000"/>
                </a:solidFill>
                <a:latin typeface="Arial"/>
                <a:ea typeface="MS PGothic"/>
                <a:cs typeface="Arial"/>
              </a:rPr>
              <a:t>ArUco</a:t>
            </a:r>
            <a:r>
              <a:rPr lang="en-US" altLang="en-US" sz="2800">
                <a:solidFill>
                  <a:srgbClr val="000000"/>
                </a:solidFill>
                <a:latin typeface="Arial"/>
                <a:ea typeface="MS PGothic"/>
                <a:cs typeface="Arial"/>
              </a:rPr>
              <a:t> markers are detected live to estimate marker pose used for axis rendering and real-time tracking</a:t>
            </a:r>
            <a:endParaRPr lang="en-US" altLang="en-US" sz="2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MS PGothic"/>
              <a:cs typeface="Arial"/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20D7BED6-E10D-FF44-9962-76B0315533DD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095" b="48777"/>
          <a:stretch>
            <a:fillRect/>
          </a:stretch>
        </p:blipFill>
        <p:spPr>
          <a:xfrm>
            <a:off x="18132550" y="8059959"/>
            <a:ext cx="8255311" cy="6512481"/>
          </a:xfrm>
          <a:prstGeom prst="rect">
            <a:avLst/>
          </a:prstGeom>
        </p:spPr>
      </p:pic>
      <p:pic>
        <p:nvPicPr>
          <p:cNvPr id="48" name="Picture 47" descr="bash - Create a script to open multiple terminal windows with some commands  on Ubuntu - Stack Overflow">
            <a:extLst>
              <a:ext uri="{FF2B5EF4-FFF2-40B4-BE49-F238E27FC236}">
                <a16:creationId xmlns:a16="http://schemas.microsoft.com/office/drawing/2014/main" id="{EB92AE02-B764-BD39-1B97-1117F7478499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l="209" t="694" r="40918" b="1554"/>
          <a:stretch>
            <a:fillRect/>
          </a:stretch>
        </p:blipFill>
        <p:spPr>
          <a:xfrm>
            <a:off x="778416" y="23121926"/>
            <a:ext cx="6097848" cy="4090862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7EC66DFD-5E7A-D133-B7A7-51222D03DD15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728"/>
          <a:stretch>
            <a:fillRect/>
          </a:stretch>
        </p:blipFill>
        <p:spPr>
          <a:xfrm>
            <a:off x="18014244" y="14897265"/>
            <a:ext cx="7815703" cy="11011722"/>
          </a:xfrm>
          <a:prstGeom prst="rect">
            <a:avLst/>
          </a:prstGeom>
        </p:spPr>
      </p:pic>
      <p:sp>
        <p:nvSpPr>
          <p:cNvPr id="60" name="TextBox 43">
            <a:extLst>
              <a:ext uri="{FF2B5EF4-FFF2-40B4-BE49-F238E27FC236}">
                <a16:creationId xmlns:a16="http://schemas.microsoft.com/office/drawing/2014/main" id="{4FAB9C6E-644C-8660-8B8A-FDC2F693A7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1033" y="13915414"/>
            <a:ext cx="7357228" cy="423729"/>
          </a:xfrm>
          <a:prstGeom prst="rect">
            <a:avLst/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lIns="91440" tIns="91440" rIns="91440" bIns="91440" anchor="t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15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13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1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3878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3878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3878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3878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Figure 1: Calibration Code Flow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61" name="TextBox 43">
            <a:extLst>
              <a:ext uri="{FF2B5EF4-FFF2-40B4-BE49-F238E27FC236}">
                <a16:creationId xmlns:a16="http://schemas.microsoft.com/office/drawing/2014/main" id="{B3AB9FC7-762F-7B49-3790-818C22021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74832" y="26196833"/>
            <a:ext cx="7726837" cy="493030"/>
          </a:xfrm>
          <a:prstGeom prst="rect">
            <a:avLst/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tIns="91440" bIns="91440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15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13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1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3878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3878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3878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3878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Figure 2: Ultrasound Sequence to 3D Volume Flow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pic>
        <p:nvPicPr>
          <p:cNvPr id="54" name="Picture 53" descr="A white ultrasound device with a curved tail&#10;&#10;AI-generated content may be incorrect.">
            <a:extLst>
              <a:ext uri="{FF2B5EF4-FFF2-40B4-BE49-F238E27FC236}">
                <a16:creationId xmlns:a16="http://schemas.microsoft.com/office/drawing/2014/main" id="{9C641F6A-3871-D0CA-3D5A-8B4943CD9215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l="20269" t="-4814" r="8232" b="15951"/>
          <a:stretch>
            <a:fillRect/>
          </a:stretch>
        </p:blipFill>
        <p:spPr>
          <a:xfrm>
            <a:off x="2377459" y="24157493"/>
            <a:ext cx="7933785" cy="5467426"/>
          </a:xfrm>
          <a:prstGeom prst="rect">
            <a:avLst/>
          </a:prstGeom>
        </p:spPr>
      </p:pic>
      <p:pic>
        <p:nvPicPr>
          <p:cNvPr id="1025" name="Picture 1024">
            <a:extLst>
              <a:ext uri="{FF2B5EF4-FFF2-40B4-BE49-F238E27FC236}">
                <a16:creationId xmlns:a16="http://schemas.microsoft.com/office/drawing/2014/main" id="{A3C3C08E-2CA2-E8BF-A53A-6CAFB1A77E52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 l="2993" r="4526"/>
          <a:stretch>
            <a:fillRect/>
          </a:stretch>
        </p:blipFill>
        <p:spPr>
          <a:xfrm>
            <a:off x="36204296" y="1542147"/>
            <a:ext cx="7659462" cy="2369474"/>
          </a:xfrm>
          <a:prstGeom prst="rect">
            <a:avLst/>
          </a:prstGeom>
        </p:spPr>
      </p:pic>
      <p:pic>
        <p:nvPicPr>
          <p:cNvPr id="36" name="Picture 35" descr="A screenshot of a computer">
            <a:extLst>
              <a:ext uri="{FF2B5EF4-FFF2-40B4-BE49-F238E27FC236}">
                <a16:creationId xmlns:a16="http://schemas.microsoft.com/office/drawing/2014/main" id="{85CE1915-2DD0-72C4-D041-16CCFE359EB6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958493" y="22034073"/>
            <a:ext cx="6024041" cy="424341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89F6F3D-4758-643D-AF8F-91833792C17F}"/>
              </a:ext>
            </a:extLst>
          </p:cNvPr>
          <p:cNvSpPr txBox="1"/>
          <p:nvPr/>
        </p:nvSpPr>
        <p:spPr>
          <a:xfrm>
            <a:off x="782911" y="18322464"/>
            <a:ext cx="8226446" cy="35706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 b="1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Software Bridge</a:t>
            </a:r>
            <a:r>
              <a:rPr lang="en-US" sz="280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: Simplified UI replaces complex terminal-based scripts.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/>
              <a:buChar char="•"/>
            </a:pPr>
            <a:r>
              <a:rPr lang="en-US" sz="2800" b="1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Research Access</a:t>
            </a:r>
            <a:r>
              <a:rPr lang="en-US" sz="280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: Low-cost, open-source alternative to clinical suites.</a:t>
            </a:r>
          </a:p>
          <a:p>
            <a:pPr marL="457200" indent="-457200">
              <a:buFont typeface="Arial"/>
              <a:buChar char="•"/>
            </a:pPr>
            <a:r>
              <a:rPr lang="en-US" sz="2800" b="1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Modular Control</a:t>
            </a:r>
            <a:r>
              <a:rPr lang="en-US" sz="280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: Direct hardware access  without software "bloat".</a:t>
            </a:r>
          </a:p>
          <a:p>
            <a:pPr marL="457200" indent="-457200">
              <a:buFont typeface="Arial"/>
              <a:buChar char="•"/>
            </a:pPr>
            <a:r>
              <a:rPr lang="en-US" sz="2800" b="1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Efficiency</a:t>
            </a:r>
            <a:r>
              <a:rPr lang="en-US" sz="280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: Streamlined "Calibrate -&gt; Acquire -&gt; Reconstruct" pipeline.</a:t>
            </a:r>
          </a:p>
        </p:txBody>
      </p:sp>
      <p:sp>
        <p:nvSpPr>
          <p:cNvPr id="1027" name="TextBox 7">
            <a:extLst>
              <a:ext uri="{FF2B5EF4-FFF2-40B4-BE49-F238E27FC236}">
                <a16:creationId xmlns:a16="http://schemas.microsoft.com/office/drawing/2014/main" id="{090445E7-73D9-12A8-11D4-050E12DA7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323" y="30448187"/>
            <a:ext cx="18440400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6" tIns="45718" rIns="91436" bIns="45718">
            <a:spAutoFit/>
          </a:bodyPr>
          <a:lstStyle>
            <a:defPPr>
              <a:defRPr lang="en-US"/>
            </a:defPPr>
            <a:lvl1pPr algn="l" defTabSz="438626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400"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1pPr>
            <a:lvl2pPr marL="742950" indent="-285750" algn="l" defTabSz="438626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3400"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2pPr>
            <a:lvl3pPr marL="1143000" indent="-228600" algn="l" defTabSz="438626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1500"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3pPr>
            <a:lvl4pPr marL="1600200" indent="-228600" algn="l" defTabSz="438626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9600"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4pPr>
            <a:lvl5pPr marL="2057400" indent="-228600" algn="l" defTabSz="438626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5pPr>
            <a:lvl6pPr marL="2514600" indent="-228600" algn="l" defTabSz="4386263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6pPr>
            <a:lvl7pPr marL="2971800" indent="-228600" algn="l" defTabSz="4386263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7pPr>
            <a:lvl8pPr marL="3429000" indent="-228600" algn="l" defTabSz="4386263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8pPr>
            <a:lvl9pPr marL="3886200" indent="-228600" algn="l" defTabSz="4386263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500" b="1">
                <a:solidFill>
                  <a:schemeClr val="bg1"/>
                </a:solidFill>
                <a:latin typeface="Arial" panose="020B0604020202020204" pitchFamily="34" charset="0"/>
              </a:rPr>
              <a:t>School of Software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Schulich School of Medicine &amp; Dentistry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revision>2</cp:revision>
  <dcterms:created xsi:type="dcterms:W3CDTF">2012-02-14T19:57:56Z</dcterms:created>
  <dcterms:modified xsi:type="dcterms:W3CDTF">2026-03-27T02:59:51Z</dcterms:modified>
</cp:coreProperties>
</file>